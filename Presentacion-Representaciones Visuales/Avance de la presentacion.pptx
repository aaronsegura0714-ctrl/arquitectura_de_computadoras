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Mulish Medium" panose="020B0604020202020204" charset="0"/>
      <p:regular r:id="rId30"/>
      <p:bold r:id="rId31"/>
      <p:italic r:id="rId32"/>
      <p:boldItalic r:id="rId33"/>
    </p:embeddedFont>
    <p:embeddedFont>
      <p:font typeface="Bebas Neue" panose="020B0604020202020204" charset="0"/>
      <p:regular r:id="rId34"/>
    </p:embeddedFont>
    <p:embeddedFont>
      <p:font typeface="Mulish SemiBold" panose="020B0604020202020204" charset="0"/>
      <p:regular r:id="rId35"/>
      <p:bold r:id="rId36"/>
      <p:italic r:id="rId37"/>
      <p:boldItalic r:id="rId38"/>
    </p:embeddedFont>
    <p:embeddedFont>
      <p:font typeface="Poppins" panose="020B0604020202020204" charset="0"/>
      <p:regular r:id="rId39"/>
      <p:bold r:id="rId40"/>
      <p:italic r:id="rId41"/>
      <p:boldItalic r:id="rId42"/>
    </p:embeddedFont>
    <p:embeddedFont>
      <p:font typeface="Poppins SemiBold" panose="020B0604020202020204" charset="0"/>
      <p:regular r:id="rId43"/>
      <p:bold r:id="rId44"/>
      <p:italic r:id="rId45"/>
      <p:boldItalic r:id="rId46"/>
    </p:embeddedFont>
    <p:embeddedFont>
      <p:font typeface="Mulish" panose="020B060402020202020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791821-B64A-49B2-A5BD-0755458BB485}">
  <a:tblStyle styleId="{EC791821-B64A-49B2-A5BD-0755458BB48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48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font" Target="fonts/font2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g12226cf1a2e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8" name="Google Shape;1188;g12226cf1a2e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g3c56e1e674a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7" name="Google Shape;1227;g3c56e1e674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3c56e1e674a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6" name="Google Shape;1236;g3c56e1e674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5"/>
        <p:cNvGrpSpPr/>
        <p:nvPr/>
      </p:nvGrpSpPr>
      <p:grpSpPr>
        <a:xfrm>
          <a:off x="0" y="0"/>
          <a:ext cx="0" cy="0"/>
          <a:chOff x="0" y="0"/>
          <a:chExt cx="0" cy="0"/>
        </a:xfrm>
      </p:grpSpPr>
      <p:sp>
        <p:nvSpPr>
          <p:cNvPr id="1266" name="Google Shape;1266;g3c56e1e674a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7" name="Google Shape;1267;g3c56e1e674a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g3c56e1e674a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7" name="Google Shape;1277;g3c56e1e674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g3c575819f0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6" name="Google Shape;1286;g3c575819f0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3"/>
        <p:cNvGrpSpPr/>
        <p:nvPr/>
      </p:nvGrpSpPr>
      <p:grpSpPr>
        <a:xfrm>
          <a:off x="0" y="0"/>
          <a:ext cx="0" cy="0"/>
          <a:chOff x="0" y="0"/>
          <a:chExt cx="0" cy="0"/>
        </a:xfrm>
      </p:grpSpPr>
      <p:sp>
        <p:nvSpPr>
          <p:cNvPr id="1294" name="Google Shape;1294;g3c575819f01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5" name="Google Shape;1295;g3c575819f0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2"/>
        <p:cNvGrpSpPr/>
        <p:nvPr/>
      </p:nvGrpSpPr>
      <p:grpSpPr>
        <a:xfrm>
          <a:off x="0" y="0"/>
          <a:ext cx="0" cy="0"/>
          <a:chOff x="0" y="0"/>
          <a:chExt cx="0" cy="0"/>
        </a:xfrm>
      </p:grpSpPr>
      <p:sp>
        <p:nvSpPr>
          <p:cNvPr id="1303" name="Google Shape;1303;g3c575819f01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4" name="Google Shape;1304;g3c575819f0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0"/>
        <p:cNvGrpSpPr/>
        <p:nvPr/>
      </p:nvGrpSpPr>
      <p:grpSpPr>
        <a:xfrm>
          <a:off x="0" y="0"/>
          <a:ext cx="0" cy="0"/>
          <a:chOff x="0" y="0"/>
          <a:chExt cx="0" cy="0"/>
        </a:xfrm>
      </p:grpSpPr>
      <p:sp>
        <p:nvSpPr>
          <p:cNvPr id="1311" name="Google Shape;1311;g3c575819f01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2" name="Google Shape;1312;g3c575819f01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9"/>
        <p:cNvGrpSpPr/>
        <p:nvPr/>
      </p:nvGrpSpPr>
      <p:grpSpPr>
        <a:xfrm>
          <a:off x="0" y="0"/>
          <a:ext cx="0" cy="0"/>
          <a:chOff x="0" y="0"/>
          <a:chExt cx="0" cy="0"/>
        </a:xfrm>
      </p:grpSpPr>
      <p:sp>
        <p:nvSpPr>
          <p:cNvPr id="1320" name="Google Shape;1320;g3c575819f01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1" name="Google Shape;1321;g3c575819f01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9"/>
        <p:cNvGrpSpPr/>
        <p:nvPr/>
      </p:nvGrpSpPr>
      <p:grpSpPr>
        <a:xfrm>
          <a:off x="0" y="0"/>
          <a:ext cx="0" cy="0"/>
          <a:chOff x="0" y="0"/>
          <a:chExt cx="0" cy="0"/>
        </a:xfrm>
      </p:grpSpPr>
      <p:sp>
        <p:nvSpPr>
          <p:cNvPr id="1330" name="Google Shape;1330;g3c56e1e674a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1" name="Google Shape;1331;g3c56e1e674a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8"/>
        <p:cNvGrpSpPr/>
        <p:nvPr/>
      </p:nvGrpSpPr>
      <p:grpSpPr>
        <a:xfrm>
          <a:off x="0" y="0"/>
          <a:ext cx="0" cy="0"/>
          <a:chOff x="0" y="0"/>
          <a:chExt cx="0" cy="0"/>
        </a:xfrm>
      </p:grpSpPr>
      <p:sp>
        <p:nvSpPr>
          <p:cNvPr id="1339" name="Google Shape;1339;g3cf3199b7d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0" name="Google Shape;1340;g3cf3199b7d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g3cf3199b7d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9" name="Google Shape;1349;g3cf3199b7d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3cf3199b7d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3cf3199b7d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4"/>
        <p:cNvGrpSpPr/>
        <p:nvPr/>
      </p:nvGrpSpPr>
      <p:grpSpPr>
        <a:xfrm>
          <a:off x="0" y="0"/>
          <a:ext cx="0" cy="0"/>
          <a:chOff x="0" y="0"/>
          <a:chExt cx="0" cy="0"/>
        </a:xfrm>
      </p:grpSpPr>
      <p:sp>
        <p:nvSpPr>
          <p:cNvPr id="1365" name="Google Shape;1365;g3cf3199b7d1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6" name="Google Shape;1366;g3cf3199b7d1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2"/>
        <p:cNvGrpSpPr/>
        <p:nvPr/>
      </p:nvGrpSpPr>
      <p:grpSpPr>
        <a:xfrm>
          <a:off x="0" y="0"/>
          <a:ext cx="0" cy="0"/>
          <a:chOff x="0" y="0"/>
          <a:chExt cx="0" cy="0"/>
        </a:xfrm>
      </p:grpSpPr>
      <p:sp>
        <p:nvSpPr>
          <p:cNvPr id="1373" name="Google Shape;1373;g3cf3199b7d1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4" name="Google Shape;1374;g3cf3199b7d1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g3cf3199b7d1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3cf3199b7d1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p:cNvGrpSpPr/>
        <p:nvPr/>
      </p:nvGrpSpPr>
      <p:grpSpPr>
        <a:xfrm>
          <a:off x="0" y="0"/>
          <a:ext cx="0" cy="0"/>
          <a:chOff x="0" y="0"/>
          <a:chExt cx="0" cy="0"/>
        </a:xfrm>
      </p:grpSpPr>
      <p:sp>
        <p:nvSpPr>
          <p:cNvPr id="1390" name="Google Shape;1390;g3c56e1e674a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1" name="Google Shape;1391;g3c56e1e674a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8"/>
        <p:cNvGrpSpPr/>
        <p:nvPr/>
      </p:nvGrpSpPr>
      <p:grpSpPr>
        <a:xfrm>
          <a:off x="0" y="0"/>
          <a:ext cx="0" cy="0"/>
          <a:chOff x="0" y="0"/>
          <a:chExt cx="0" cy="0"/>
        </a:xfrm>
      </p:grpSpPr>
      <p:sp>
        <p:nvSpPr>
          <p:cNvPr id="1399" name="Google Shape;1399;g3cf3199b7d1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0" name="Google Shape;1400;g3cf3199b7d1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g3cf3199b7d1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8" name="Google Shape;1408;g3cf3199b7d1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4"/>
        <p:cNvGrpSpPr/>
        <p:nvPr/>
      </p:nvGrpSpPr>
      <p:grpSpPr>
        <a:xfrm>
          <a:off x="0" y="0"/>
          <a:ext cx="0" cy="0"/>
          <a:chOff x="0" y="0"/>
          <a:chExt cx="0" cy="0"/>
        </a:xfrm>
      </p:grpSpPr>
      <p:sp>
        <p:nvSpPr>
          <p:cNvPr id="1415" name="Google Shape;1415;g3cf3199b7d1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6" name="Google Shape;1416;g3cf3199b7d1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2"/>
        <p:cNvGrpSpPr/>
        <p:nvPr/>
      </p:nvGrpSpPr>
      <p:grpSpPr>
        <a:xfrm>
          <a:off x="0" y="0"/>
          <a:ext cx="0" cy="0"/>
          <a:chOff x="0" y="0"/>
          <a:chExt cx="0" cy="0"/>
        </a:xfrm>
      </p:grpSpPr>
      <p:sp>
        <p:nvSpPr>
          <p:cNvPr id="1423" name="Google Shape;1423;g3cf3199b7d1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4" name="Google Shape;1424;g3cf3199b7d1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0"/>
        <p:cNvGrpSpPr/>
        <p:nvPr/>
      </p:nvGrpSpPr>
      <p:grpSpPr>
        <a:xfrm>
          <a:off x="0" y="0"/>
          <a:ext cx="0" cy="0"/>
          <a:chOff x="0" y="0"/>
          <a:chExt cx="0" cy="0"/>
        </a:xfrm>
      </p:grpSpPr>
      <p:sp>
        <p:nvSpPr>
          <p:cNvPr id="1431" name="Google Shape;1431;g3cf3199b7d1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2" name="Google Shape;1432;g3cf3199b7d1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g3c56e1e674a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3c56e1e674a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7"/>
        <p:cNvGrpSpPr/>
        <p:nvPr/>
      </p:nvGrpSpPr>
      <p:grpSpPr>
        <a:xfrm>
          <a:off x="0" y="0"/>
          <a:ext cx="0" cy="0"/>
          <a:chOff x="0" y="0"/>
          <a:chExt cx="0" cy="0"/>
        </a:xfrm>
      </p:grpSpPr>
      <p:sp>
        <p:nvSpPr>
          <p:cNvPr id="1448" name="Google Shape;1448;g3c56e1e674a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9" name="Google Shape;1449;g3c56e1e674a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5"/>
        <p:cNvGrpSpPr/>
        <p:nvPr/>
      </p:nvGrpSpPr>
      <p:grpSpPr>
        <a:xfrm>
          <a:off x="0" y="0"/>
          <a:ext cx="0" cy="0"/>
          <a:chOff x="0" y="0"/>
          <a:chExt cx="0" cy="0"/>
        </a:xfrm>
      </p:grpSpPr>
      <p:sp>
        <p:nvSpPr>
          <p:cNvPr id="1456" name="Google Shape;1456;g3c56e1e674a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7" name="Google Shape;1457;g3c56e1e674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3cf3199b7d1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3cf3199b7d1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1100" y="543250"/>
            <a:ext cx="9166200" cy="4647300"/>
          </a:xfrm>
          <a:prstGeom prst="round2SameRect">
            <a:avLst>
              <a:gd name="adj1" fmla="val 7482"/>
              <a:gd name="adj2" fmla="val 0"/>
            </a:avLst>
          </a:prstGeom>
          <a:gradFill>
            <a:gsLst>
              <a:gs pos="0">
                <a:srgbClr val="FFFFFF"/>
              </a:gs>
              <a:gs pos="100000">
                <a:srgbClr val="9FA2D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7092875" y="808800"/>
            <a:ext cx="1855500" cy="2677500"/>
          </a:xfrm>
          <a:prstGeom prst="round2SameRect">
            <a:avLst>
              <a:gd name="adj1" fmla="val 16667"/>
              <a:gd name="adj2"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708800" y="2389850"/>
            <a:ext cx="13567925" cy="2800631"/>
          </a:xfrm>
          <a:custGeom>
            <a:avLst/>
            <a:gdLst/>
            <a:ahLst/>
            <a:cxnLst/>
            <a:rect l="l" t="t" r="r" b="b"/>
            <a:pathLst>
              <a:path w="151280" h="56607" extrusionOk="0">
                <a:moveTo>
                  <a:pt x="127271" y="1"/>
                </a:moveTo>
                <a:cubicBezTo>
                  <a:pt x="125127" y="1"/>
                  <a:pt x="122955" y="198"/>
                  <a:pt x="120762" y="618"/>
                </a:cubicBezTo>
                <a:cubicBezTo>
                  <a:pt x="104136" y="3840"/>
                  <a:pt x="93528" y="18825"/>
                  <a:pt x="79424" y="26788"/>
                </a:cubicBezTo>
                <a:cubicBezTo>
                  <a:pt x="76161" y="28632"/>
                  <a:pt x="71835" y="29257"/>
                  <a:pt x="67398" y="29257"/>
                </a:cubicBezTo>
                <a:cubicBezTo>
                  <a:pt x="62617" y="29257"/>
                  <a:pt x="57708" y="28531"/>
                  <a:pt x="53861" y="27822"/>
                </a:cubicBezTo>
                <a:cubicBezTo>
                  <a:pt x="48212" y="26760"/>
                  <a:pt x="42866" y="25261"/>
                  <a:pt x="37285" y="25261"/>
                </a:cubicBezTo>
                <a:cubicBezTo>
                  <a:pt x="35358" y="25261"/>
                  <a:pt x="33403" y="25440"/>
                  <a:pt x="31399" y="25877"/>
                </a:cubicBezTo>
                <a:cubicBezTo>
                  <a:pt x="20912" y="28187"/>
                  <a:pt x="12797" y="35117"/>
                  <a:pt x="6900" y="43658"/>
                </a:cubicBezTo>
                <a:cubicBezTo>
                  <a:pt x="4134" y="47731"/>
                  <a:pt x="1824" y="52138"/>
                  <a:pt x="0" y="56606"/>
                </a:cubicBezTo>
                <a:lnTo>
                  <a:pt x="151279" y="56606"/>
                </a:lnTo>
                <a:lnTo>
                  <a:pt x="151279" y="7730"/>
                </a:lnTo>
                <a:cubicBezTo>
                  <a:pt x="143964" y="3137"/>
                  <a:pt x="135831" y="1"/>
                  <a:pt x="127271" y="1"/>
                </a:cubicBezTo>
                <a:close/>
              </a:path>
            </a:pathLst>
          </a:custGeom>
          <a:gradFill>
            <a:gsLst>
              <a:gs pos="0">
                <a:srgbClr val="3B356D"/>
              </a:gs>
              <a:gs pos="100000">
                <a:srgbClr val="0C0B1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715100" y="1115750"/>
            <a:ext cx="5838600" cy="21804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Clr>
                <a:schemeClr val="accent1"/>
              </a:buClr>
              <a:buSzPts val="6500"/>
              <a:buFont typeface="Poppins"/>
              <a:buNone/>
              <a:defRPr sz="6500" b="1">
                <a:solidFill>
                  <a:schemeClr val="accent1"/>
                </a:solidFill>
                <a:latin typeface="Poppins"/>
                <a:ea typeface="Poppins"/>
                <a:cs typeface="Poppins"/>
                <a:sym typeface="Poppins"/>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3" name="Google Shape;13;p2"/>
          <p:cNvSpPr/>
          <p:nvPr/>
        </p:nvSpPr>
        <p:spPr>
          <a:xfrm>
            <a:off x="4180625" y="74650"/>
            <a:ext cx="600600" cy="468600"/>
          </a:xfrm>
          <a:prstGeom prst="round2SameRect">
            <a:avLst>
              <a:gd name="adj1" fmla="val 50000"/>
              <a:gd name="adj2"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4380308" y="177933"/>
            <a:ext cx="201427" cy="210169"/>
            <a:chOff x="5143693" y="188357"/>
            <a:chExt cx="153843" cy="160520"/>
          </a:xfrm>
        </p:grpSpPr>
        <p:sp>
          <p:nvSpPr>
            <p:cNvPr id="15" name="Google Shape;15;p2"/>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2"/>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a:off x="3643773" y="202655"/>
            <a:ext cx="236409" cy="169294"/>
            <a:chOff x="3740546" y="215105"/>
            <a:chExt cx="180561" cy="129301"/>
          </a:xfrm>
        </p:grpSpPr>
        <p:sp>
          <p:nvSpPr>
            <p:cNvPr id="19" name="Google Shape;19;p2"/>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22;p2"/>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24;p2"/>
          <p:cNvGrpSpPr/>
          <p:nvPr/>
        </p:nvGrpSpPr>
        <p:grpSpPr>
          <a:xfrm>
            <a:off x="8192365" y="205607"/>
            <a:ext cx="236420" cy="186272"/>
            <a:chOff x="8118277" y="187250"/>
            <a:chExt cx="268293" cy="211384"/>
          </a:xfrm>
        </p:grpSpPr>
        <p:sp>
          <p:nvSpPr>
            <p:cNvPr id="25" name="Google Shape;25;p2"/>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715106" y="172001"/>
            <a:ext cx="230574" cy="230597"/>
            <a:chOff x="1869495" y="230908"/>
            <a:chExt cx="117892" cy="117892"/>
          </a:xfrm>
        </p:grpSpPr>
        <p:sp>
          <p:nvSpPr>
            <p:cNvPr id="29" name="Google Shape;29;p2"/>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Google Shape;31;p2"/>
          <p:cNvSpPr txBox="1">
            <a:spLocks noGrp="1"/>
          </p:cNvSpPr>
          <p:nvPr>
            <p:ph type="subTitle" idx="1"/>
          </p:nvPr>
        </p:nvSpPr>
        <p:spPr>
          <a:xfrm>
            <a:off x="1119875" y="3968775"/>
            <a:ext cx="4523100" cy="4095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800">
                <a:solidFill>
                  <a:schemeClr val="dk1"/>
                </a:solidFill>
                <a:latin typeface="Mulish Medium"/>
                <a:ea typeface="Mulish Medium"/>
                <a:cs typeface="Mulish Medium"/>
                <a:sym typeface="Mulish Medium"/>
              </a:defRPr>
            </a:lvl1pPr>
            <a:lvl2pPr lvl="1">
              <a:spcBef>
                <a:spcPts val="0"/>
              </a:spcBef>
              <a:spcAft>
                <a:spcPts val="0"/>
              </a:spcAft>
              <a:buSzPts val="1200"/>
              <a:buNone/>
              <a:defRPr/>
            </a:lvl2pPr>
            <a:lvl3pPr lvl="2">
              <a:spcBef>
                <a:spcPts val="1600"/>
              </a:spcBef>
              <a:spcAft>
                <a:spcPts val="0"/>
              </a:spcAft>
              <a:buSzPts val="1200"/>
              <a:buNone/>
              <a:defRPr/>
            </a:lvl3pPr>
            <a:lvl4pPr lvl="3">
              <a:spcBef>
                <a:spcPts val="1600"/>
              </a:spcBef>
              <a:spcAft>
                <a:spcPts val="0"/>
              </a:spcAft>
              <a:buSzPts val="1200"/>
              <a:buNone/>
              <a:defRPr/>
            </a:lvl4pPr>
            <a:lvl5pPr lvl="4">
              <a:spcBef>
                <a:spcPts val="1600"/>
              </a:spcBef>
              <a:spcAft>
                <a:spcPts val="0"/>
              </a:spcAft>
              <a:buSzPts val="1200"/>
              <a:buNone/>
              <a:defRPr/>
            </a:lvl5pPr>
            <a:lvl6pPr lvl="5">
              <a:spcBef>
                <a:spcPts val="1600"/>
              </a:spcBef>
              <a:spcAft>
                <a:spcPts val="0"/>
              </a:spcAft>
              <a:buSzPts val="1200"/>
              <a:buNone/>
              <a:defRPr/>
            </a:lvl6pPr>
            <a:lvl7pPr lvl="6">
              <a:spcBef>
                <a:spcPts val="1600"/>
              </a:spcBef>
              <a:spcAft>
                <a:spcPts val="0"/>
              </a:spcAft>
              <a:buSzPts val="1200"/>
              <a:buNone/>
              <a:defRPr/>
            </a:lvl7pPr>
            <a:lvl8pPr lvl="7">
              <a:spcBef>
                <a:spcPts val="1600"/>
              </a:spcBef>
              <a:spcAft>
                <a:spcPts val="0"/>
              </a:spcAft>
              <a:buSzPts val="1200"/>
              <a:buNone/>
              <a:defRPr/>
            </a:lvl8pPr>
            <a:lvl9pPr lvl="8">
              <a:spcBef>
                <a:spcPts val="1600"/>
              </a:spcBef>
              <a:spcAft>
                <a:spcPts val="1600"/>
              </a:spcAft>
              <a:buSzPts val="12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3"/>
          <p:cNvSpPr/>
          <p:nvPr/>
        </p:nvSpPr>
        <p:spPr>
          <a:xfrm>
            <a:off x="715100" y="1021025"/>
            <a:ext cx="1855500" cy="2923500"/>
          </a:xfrm>
          <a:prstGeom prst="round2SameRect">
            <a:avLst>
              <a:gd name="adj1" fmla="val 16667"/>
              <a:gd name="adj2"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txBox="1">
            <a:spLocks noGrp="1"/>
          </p:cNvSpPr>
          <p:nvPr>
            <p:ph type="title"/>
          </p:nvPr>
        </p:nvSpPr>
        <p:spPr>
          <a:xfrm>
            <a:off x="3267600" y="2614225"/>
            <a:ext cx="4676400" cy="760500"/>
          </a:xfrm>
          <a:prstGeom prst="rect">
            <a:avLst/>
          </a:prstGeom>
        </p:spPr>
        <p:txBody>
          <a:bodyPr spcFirstLastPara="1" wrap="square" lIns="91425" tIns="91425" rIns="91425" bIns="91425" anchor="t" anchorCtr="0">
            <a:noAutofit/>
          </a:bodyPr>
          <a:lstStyle>
            <a:lvl1pPr lvl="0" algn="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6" name="Google Shape;36;p3"/>
          <p:cNvSpPr txBox="1">
            <a:spLocks noGrp="1"/>
          </p:cNvSpPr>
          <p:nvPr>
            <p:ph type="title" idx="2" hasCustomPrompt="1"/>
          </p:nvPr>
        </p:nvSpPr>
        <p:spPr>
          <a:xfrm>
            <a:off x="6579750" y="1711075"/>
            <a:ext cx="10953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7" name="Google Shape;37;p3"/>
          <p:cNvSpPr txBox="1">
            <a:spLocks noGrp="1"/>
          </p:cNvSpPr>
          <p:nvPr>
            <p:ph type="subTitle" idx="1"/>
          </p:nvPr>
        </p:nvSpPr>
        <p:spPr>
          <a:xfrm>
            <a:off x="3267600" y="3519250"/>
            <a:ext cx="4676400" cy="713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dk1"/>
              </a:buClr>
              <a:buSzPts val="1800"/>
              <a:buFont typeface="Mulish SemiBold"/>
              <a:buNone/>
              <a:defRPr sz="1600">
                <a:solidFill>
                  <a:schemeClr val="dk1"/>
                </a:solidFill>
                <a:latin typeface="Mulish Medium"/>
                <a:ea typeface="Mulish Medium"/>
                <a:cs typeface="Mulish Medium"/>
                <a:sym typeface="Mulish Medium"/>
              </a:defRPr>
            </a:lvl1pPr>
            <a:lvl2pPr lvl="1" algn="ctr" rtl="0">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2pPr>
            <a:lvl3pPr lvl="2" algn="ctr" rtl="0">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3pPr>
            <a:lvl4pPr lvl="3" algn="ctr" rtl="0">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4pPr>
            <a:lvl5pPr lvl="4" algn="ctr" rtl="0">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5pPr>
            <a:lvl6pPr lvl="5" algn="ctr" rtl="0">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6pPr>
            <a:lvl7pPr lvl="6" algn="ctr" rtl="0">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7pPr>
            <a:lvl8pPr lvl="7" algn="ctr" rtl="0">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8pPr>
            <a:lvl9pPr lvl="8" algn="ctr" rtl="0">
              <a:lnSpc>
                <a:spcPct val="100000"/>
              </a:lnSpc>
              <a:spcBef>
                <a:spcPts val="0"/>
              </a:spcBef>
              <a:spcAft>
                <a:spcPts val="0"/>
              </a:spcAft>
              <a:buClr>
                <a:schemeClr val="dk1"/>
              </a:buClr>
              <a:buSzPts val="1800"/>
              <a:buFont typeface="Mulish SemiBold"/>
              <a:buNone/>
              <a:defRPr sz="1800">
                <a:solidFill>
                  <a:schemeClr val="dk1"/>
                </a:solidFill>
                <a:latin typeface="Mulish SemiBold"/>
                <a:ea typeface="Mulish SemiBold"/>
                <a:cs typeface="Mulish SemiBold"/>
                <a:sym typeface="Mulish SemiBold"/>
              </a:defRPr>
            </a:lvl9pPr>
          </a:lstStyle>
          <a:p>
            <a:endParaRPr/>
          </a:p>
        </p:txBody>
      </p:sp>
      <p:sp>
        <p:nvSpPr>
          <p:cNvPr id="38" name="Google Shape;38;p3"/>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4380308" y="177933"/>
            <a:ext cx="201427" cy="210169"/>
            <a:chOff x="5143693" y="188357"/>
            <a:chExt cx="153843" cy="160520"/>
          </a:xfrm>
        </p:grpSpPr>
        <p:sp>
          <p:nvSpPr>
            <p:cNvPr id="40" name="Google Shape;40;p3"/>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2;p3"/>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 name="Google Shape;43;p3"/>
          <p:cNvGrpSpPr/>
          <p:nvPr/>
        </p:nvGrpSpPr>
        <p:grpSpPr>
          <a:xfrm>
            <a:off x="3643773" y="202655"/>
            <a:ext cx="236409" cy="169294"/>
            <a:chOff x="3740546" y="215105"/>
            <a:chExt cx="180561" cy="129301"/>
          </a:xfrm>
        </p:grpSpPr>
        <p:sp>
          <p:nvSpPr>
            <p:cNvPr id="44" name="Google Shape;44;p3"/>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3"/>
          <p:cNvGrpSpPr/>
          <p:nvPr/>
        </p:nvGrpSpPr>
        <p:grpSpPr>
          <a:xfrm>
            <a:off x="8192365" y="205607"/>
            <a:ext cx="236420" cy="186272"/>
            <a:chOff x="8118277" y="187250"/>
            <a:chExt cx="268293" cy="211384"/>
          </a:xfrm>
        </p:grpSpPr>
        <p:sp>
          <p:nvSpPr>
            <p:cNvPr id="50" name="Google Shape;50;p3"/>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3"/>
          <p:cNvGrpSpPr/>
          <p:nvPr/>
        </p:nvGrpSpPr>
        <p:grpSpPr>
          <a:xfrm>
            <a:off x="715106" y="172001"/>
            <a:ext cx="230574" cy="230597"/>
            <a:chOff x="1869495" y="230908"/>
            <a:chExt cx="117892" cy="117892"/>
          </a:xfrm>
        </p:grpSpPr>
        <p:sp>
          <p:nvSpPr>
            <p:cNvPr id="54" name="Google Shape;54;p3"/>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 name="Google Shape;56;p3"/>
          <p:cNvSpPr/>
          <p:nvPr/>
        </p:nvSpPr>
        <p:spPr>
          <a:xfrm flipH="1">
            <a:off x="-4412309" y="1560750"/>
            <a:ext cx="14354959" cy="4045561"/>
          </a:xfrm>
          <a:custGeom>
            <a:avLst/>
            <a:gdLst/>
            <a:ahLst/>
            <a:cxnLst/>
            <a:rect l="l" t="t" r="r" b="b"/>
            <a:pathLst>
              <a:path w="151280" h="56607" extrusionOk="0">
                <a:moveTo>
                  <a:pt x="127271" y="1"/>
                </a:moveTo>
                <a:cubicBezTo>
                  <a:pt x="125127" y="1"/>
                  <a:pt x="122955" y="198"/>
                  <a:pt x="120762" y="618"/>
                </a:cubicBezTo>
                <a:cubicBezTo>
                  <a:pt x="104136" y="3840"/>
                  <a:pt x="93528" y="18825"/>
                  <a:pt x="79424" y="26788"/>
                </a:cubicBezTo>
                <a:cubicBezTo>
                  <a:pt x="76161" y="28632"/>
                  <a:pt x="71835" y="29257"/>
                  <a:pt x="67398" y="29257"/>
                </a:cubicBezTo>
                <a:cubicBezTo>
                  <a:pt x="62617" y="29257"/>
                  <a:pt x="57708" y="28531"/>
                  <a:pt x="53861" y="27822"/>
                </a:cubicBezTo>
                <a:cubicBezTo>
                  <a:pt x="48212" y="26760"/>
                  <a:pt x="42866" y="25261"/>
                  <a:pt x="37285" y="25261"/>
                </a:cubicBezTo>
                <a:cubicBezTo>
                  <a:pt x="35358" y="25261"/>
                  <a:pt x="33403" y="25440"/>
                  <a:pt x="31399" y="25877"/>
                </a:cubicBezTo>
                <a:cubicBezTo>
                  <a:pt x="20912" y="28187"/>
                  <a:pt x="12797" y="35117"/>
                  <a:pt x="6900" y="43658"/>
                </a:cubicBezTo>
                <a:cubicBezTo>
                  <a:pt x="4134" y="47731"/>
                  <a:pt x="1824" y="52138"/>
                  <a:pt x="0" y="56606"/>
                </a:cubicBezTo>
                <a:lnTo>
                  <a:pt x="151279" y="56606"/>
                </a:lnTo>
                <a:lnTo>
                  <a:pt x="151279" y="7730"/>
                </a:lnTo>
                <a:cubicBezTo>
                  <a:pt x="143964" y="3137"/>
                  <a:pt x="135831" y="1"/>
                  <a:pt x="127271" y="1"/>
                </a:cubicBezTo>
                <a:close/>
              </a:path>
            </a:pathLst>
          </a:custGeom>
          <a:gradFill>
            <a:gsLst>
              <a:gs pos="0">
                <a:srgbClr val="3B356D"/>
              </a:gs>
              <a:gs pos="100000">
                <a:srgbClr val="0C0B1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7"/>
        <p:cNvGrpSpPr/>
        <p:nvPr/>
      </p:nvGrpSpPr>
      <p:grpSpPr>
        <a:xfrm>
          <a:off x="0" y="0"/>
          <a:ext cx="0" cy="0"/>
          <a:chOff x="0" y="0"/>
          <a:chExt cx="0" cy="0"/>
        </a:xfrm>
      </p:grpSpPr>
      <p:sp>
        <p:nvSpPr>
          <p:cNvPr id="58" name="Google Shape;58;p4"/>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4"/>
          <p:cNvGrpSpPr/>
          <p:nvPr/>
        </p:nvGrpSpPr>
        <p:grpSpPr>
          <a:xfrm>
            <a:off x="4380308" y="177933"/>
            <a:ext cx="201427" cy="210169"/>
            <a:chOff x="5143693" y="188357"/>
            <a:chExt cx="153843" cy="160520"/>
          </a:xfrm>
        </p:grpSpPr>
        <p:sp>
          <p:nvSpPr>
            <p:cNvPr id="62" name="Google Shape;62;p4"/>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 name="Google Shape;64;p4"/>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 name="Google Shape;65;p4"/>
          <p:cNvGrpSpPr/>
          <p:nvPr/>
        </p:nvGrpSpPr>
        <p:grpSpPr>
          <a:xfrm>
            <a:off x="3643773" y="202655"/>
            <a:ext cx="236409" cy="169294"/>
            <a:chOff x="3740546" y="215105"/>
            <a:chExt cx="180561" cy="129301"/>
          </a:xfrm>
        </p:grpSpPr>
        <p:sp>
          <p:nvSpPr>
            <p:cNvPr id="66" name="Google Shape;66;p4"/>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69;p4"/>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 name="Google Shape;71;p4"/>
          <p:cNvGrpSpPr/>
          <p:nvPr/>
        </p:nvGrpSpPr>
        <p:grpSpPr>
          <a:xfrm>
            <a:off x="8192365" y="205607"/>
            <a:ext cx="236420" cy="186272"/>
            <a:chOff x="8118277" y="187250"/>
            <a:chExt cx="268293" cy="211384"/>
          </a:xfrm>
        </p:grpSpPr>
        <p:sp>
          <p:nvSpPr>
            <p:cNvPr id="72" name="Google Shape;72;p4"/>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4"/>
          <p:cNvGrpSpPr/>
          <p:nvPr/>
        </p:nvGrpSpPr>
        <p:grpSpPr>
          <a:xfrm>
            <a:off x="715106" y="172001"/>
            <a:ext cx="230574" cy="230597"/>
            <a:chOff x="1869495" y="230908"/>
            <a:chExt cx="117892" cy="117892"/>
          </a:xfrm>
        </p:grpSpPr>
        <p:sp>
          <p:nvSpPr>
            <p:cNvPr id="76" name="Google Shape;76;p4"/>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 name="Google Shape;78;p4"/>
          <p:cNvGrpSpPr/>
          <p:nvPr/>
        </p:nvGrpSpPr>
        <p:grpSpPr>
          <a:xfrm>
            <a:off x="715090" y="4722881"/>
            <a:ext cx="2227501" cy="308121"/>
            <a:chOff x="715090" y="4752256"/>
            <a:chExt cx="2227501" cy="308121"/>
          </a:xfrm>
        </p:grpSpPr>
        <p:sp>
          <p:nvSpPr>
            <p:cNvPr id="79" name="Google Shape;79;p4"/>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4"/>
            <p:cNvGrpSpPr/>
            <p:nvPr/>
          </p:nvGrpSpPr>
          <p:grpSpPr>
            <a:xfrm>
              <a:off x="2255186" y="4862963"/>
              <a:ext cx="97814" cy="86736"/>
              <a:chOff x="2255186" y="4862963"/>
              <a:chExt cx="97814" cy="86736"/>
            </a:xfrm>
          </p:grpSpPr>
          <p:sp>
            <p:nvSpPr>
              <p:cNvPr id="86" name="Google Shape;86;p4"/>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 name="Google Shape;87;p4"/>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88" name="Google Shape;88;p4"/>
            <p:cNvGrpSpPr/>
            <p:nvPr/>
          </p:nvGrpSpPr>
          <p:grpSpPr>
            <a:xfrm>
              <a:off x="1767461" y="4862963"/>
              <a:ext cx="122764" cy="86736"/>
              <a:chOff x="1779936" y="4862963"/>
              <a:chExt cx="122764" cy="86736"/>
            </a:xfrm>
          </p:grpSpPr>
          <p:grpSp>
            <p:nvGrpSpPr>
              <p:cNvPr id="89" name="Google Shape;89;p4"/>
              <p:cNvGrpSpPr/>
              <p:nvPr/>
            </p:nvGrpSpPr>
            <p:grpSpPr>
              <a:xfrm>
                <a:off x="1779936" y="4862963"/>
                <a:ext cx="97814" cy="86736"/>
                <a:chOff x="2255186" y="4862963"/>
                <a:chExt cx="97814" cy="86736"/>
              </a:xfrm>
            </p:grpSpPr>
            <p:sp>
              <p:nvSpPr>
                <p:cNvPr id="90" name="Google Shape;90;p4"/>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 name="Google Shape;91;p4"/>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92" name="Google Shape;92;p4"/>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93" name="Google Shape;93;p4"/>
            <p:cNvGrpSpPr/>
            <p:nvPr/>
          </p:nvGrpSpPr>
          <p:grpSpPr>
            <a:xfrm rot="10800000">
              <a:off x="1308161" y="4862963"/>
              <a:ext cx="97814" cy="86736"/>
              <a:chOff x="2255186" y="4862963"/>
              <a:chExt cx="97814" cy="86736"/>
            </a:xfrm>
          </p:grpSpPr>
          <p:sp>
            <p:nvSpPr>
              <p:cNvPr id="94" name="Google Shape;94;p4"/>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5" name="Google Shape;95;p4"/>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96" name="Google Shape;96;p4"/>
            <p:cNvGrpSpPr/>
            <p:nvPr/>
          </p:nvGrpSpPr>
          <p:grpSpPr>
            <a:xfrm>
              <a:off x="810563" y="4862963"/>
              <a:ext cx="145800" cy="84300"/>
              <a:chOff x="786588" y="4862963"/>
              <a:chExt cx="145800" cy="84300"/>
            </a:xfrm>
          </p:grpSpPr>
          <p:sp>
            <p:nvSpPr>
              <p:cNvPr id="97" name="Google Shape;97;p4"/>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4"/>
            <p:cNvGrpSpPr/>
            <p:nvPr/>
          </p:nvGrpSpPr>
          <p:grpSpPr>
            <a:xfrm rot="10800000">
              <a:off x="2703113" y="4865400"/>
              <a:ext cx="145800" cy="84300"/>
              <a:chOff x="786588" y="4862963"/>
              <a:chExt cx="145800" cy="84300"/>
            </a:xfrm>
          </p:grpSpPr>
          <p:sp>
            <p:nvSpPr>
              <p:cNvPr id="100" name="Google Shape;100;p4"/>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2" name="Google Shape;102;p4"/>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3" name="Google Shape;103;p4"/>
          <p:cNvSpPr txBox="1">
            <a:spLocks noGrp="1"/>
          </p:cNvSpPr>
          <p:nvPr>
            <p:ph type="body" idx="1"/>
          </p:nvPr>
        </p:nvSpPr>
        <p:spPr>
          <a:xfrm>
            <a:off x="720000" y="1152475"/>
            <a:ext cx="7704000" cy="34086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2"/>
              </a:buClr>
              <a:buSzPts val="1400"/>
              <a:buFont typeface="Mulish Medium"/>
              <a:buChar char="●"/>
              <a:defRPr sz="1400" b="1">
                <a:solidFill>
                  <a:schemeClr val="dk2"/>
                </a:solidFill>
                <a:latin typeface="Mulish"/>
                <a:ea typeface="Mulish"/>
                <a:cs typeface="Mulish"/>
                <a:sym typeface="Mulish"/>
              </a:defRPr>
            </a:lvl1pPr>
            <a:lvl2pPr marL="914400" lvl="1" indent="-317500" rtl="0">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2pPr>
            <a:lvl3pPr marL="1371600" lvl="2"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3pPr>
            <a:lvl4pPr marL="1828800" lvl="3"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4pPr>
            <a:lvl5pPr marL="2286000" lvl="4"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5pPr>
            <a:lvl6pPr marL="2743200" lvl="5"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6pPr>
            <a:lvl7pPr marL="3200400" lvl="6"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7pPr>
            <a:lvl8pPr marL="3657600" lvl="7"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8pPr>
            <a:lvl9pPr marL="4114800" lvl="8"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9pPr>
          </a:lstStyle>
          <a:p>
            <a:endParaRPr/>
          </a:p>
        </p:txBody>
      </p:sp>
      <p:grpSp>
        <p:nvGrpSpPr>
          <p:cNvPr id="104" name="Google Shape;104;p4"/>
          <p:cNvGrpSpPr/>
          <p:nvPr/>
        </p:nvGrpSpPr>
        <p:grpSpPr>
          <a:xfrm>
            <a:off x="6844854" y="4668587"/>
            <a:ext cx="1584035" cy="416703"/>
            <a:chOff x="6844854" y="4668587"/>
            <a:chExt cx="1584035" cy="416703"/>
          </a:xfrm>
        </p:grpSpPr>
        <p:sp>
          <p:nvSpPr>
            <p:cNvPr id="105" name="Google Shape;105;p4"/>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 name="Google Shape;106;p4"/>
            <p:cNvGrpSpPr/>
            <p:nvPr/>
          </p:nvGrpSpPr>
          <p:grpSpPr>
            <a:xfrm>
              <a:off x="8054048" y="4823050"/>
              <a:ext cx="138315" cy="107779"/>
              <a:chOff x="1900456" y="4780923"/>
              <a:chExt cx="138315" cy="107779"/>
            </a:xfrm>
          </p:grpSpPr>
          <p:sp>
            <p:nvSpPr>
              <p:cNvPr id="107" name="Google Shape;107;p4"/>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 name="Google Shape;108;p4"/>
              <p:cNvGrpSpPr/>
              <p:nvPr/>
            </p:nvGrpSpPr>
            <p:grpSpPr>
              <a:xfrm>
                <a:off x="1900456" y="4825827"/>
                <a:ext cx="138315" cy="62875"/>
                <a:chOff x="1900456" y="4825827"/>
                <a:chExt cx="138315" cy="62875"/>
              </a:xfrm>
            </p:grpSpPr>
            <p:sp>
              <p:nvSpPr>
                <p:cNvPr id="109" name="Google Shape;109;p4"/>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1" name="Google Shape;111;p4"/>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2"/>
        <p:cNvGrpSpPr/>
        <p:nvPr/>
      </p:nvGrpSpPr>
      <p:grpSpPr>
        <a:xfrm>
          <a:off x="0" y="0"/>
          <a:ext cx="0" cy="0"/>
          <a:chOff x="0" y="0"/>
          <a:chExt cx="0" cy="0"/>
        </a:xfrm>
      </p:grpSpPr>
      <p:sp>
        <p:nvSpPr>
          <p:cNvPr id="113" name="Google Shape;113;p5"/>
          <p:cNvSpPr txBox="1">
            <a:spLocks noGrp="1"/>
          </p:cNvSpPr>
          <p:nvPr>
            <p:ph type="subTitle" idx="1"/>
          </p:nvPr>
        </p:nvSpPr>
        <p:spPr>
          <a:xfrm>
            <a:off x="1181425" y="2438588"/>
            <a:ext cx="2907600" cy="7134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4" name="Google Shape;114;p5"/>
          <p:cNvSpPr txBox="1">
            <a:spLocks noGrp="1"/>
          </p:cNvSpPr>
          <p:nvPr>
            <p:ph type="subTitle" idx="2"/>
          </p:nvPr>
        </p:nvSpPr>
        <p:spPr>
          <a:xfrm>
            <a:off x="4836300" y="2438588"/>
            <a:ext cx="29076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5" name="Google Shape;115;p5"/>
          <p:cNvSpPr txBox="1">
            <a:spLocks noGrp="1"/>
          </p:cNvSpPr>
          <p:nvPr>
            <p:ph type="subTitle" idx="3"/>
          </p:nvPr>
        </p:nvSpPr>
        <p:spPr>
          <a:xfrm>
            <a:off x="1181425" y="3151988"/>
            <a:ext cx="2907600" cy="86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5"/>
          <p:cNvSpPr txBox="1">
            <a:spLocks noGrp="1"/>
          </p:cNvSpPr>
          <p:nvPr>
            <p:ph type="subTitle" idx="4"/>
          </p:nvPr>
        </p:nvSpPr>
        <p:spPr>
          <a:xfrm>
            <a:off x="4836300" y="3151988"/>
            <a:ext cx="2907600" cy="86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7" name="Google Shape;117;p5"/>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8" name="Google Shape;118;p5"/>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 name="Google Shape;121;p5"/>
          <p:cNvGrpSpPr/>
          <p:nvPr/>
        </p:nvGrpSpPr>
        <p:grpSpPr>
          <a:xfrm>
            <a:off x="4380308" y="177933"/>
            <a:ext cx="201427" cy="210169"/>
            <a:chOff x="5143693" y="188357"/>
            <a:chExt cx="153843" cy="160520"/>
          </a:xfrm>
        </p:grpSpPr>
        <p:sp>
          <p:nvSpPr>
            <p:cNvPr id="122" name="Google Shape;122;p5"/>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 name="Google Shape;124;p5"/>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 name="Google Shape;125;p5"/>
          <p:cNvGrpSpPr/>
          <p:nvPr/>
        </p:nvGrpSpPr>
        <p:grpSpPr>
          <a:xfrm>
            <a:off x="3643773" y="202655"/>
            <a:ext cx="236409" cy="169294"/>
            <a:chOff x="3740546" y="215105"/>
            <a:chExt cx="180561" cy="129301"/>
          </a:xfrm>
        </p:grpSpPr>
        <p:sp>
          <p:nvSpPr>
            <p:cNvPr id="126" name="Google Shape;126;p5"/>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5"/>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 name="Google Shape;131;p5"/>
          <p:cNvGrpSpPr/>
          <p:nvPr/>
        </p:nvGrpSpPr>
        <p:grpSpPr>
          <a:xfrm>
            <a:off x="8192365" y="205607"/>
            <a:ext cx="236420" cy="186272"/>
            <a:chOff x="8118277" y="187250"/>
            <a:chExt cx="268293" cy="211384"/>
          </a:xfrm>
        </p:grpSpPr>
        <p:sp>
          <p:nvSpPr>
            <p:cNvPr id="132" name="Google Shape;132;p5"/>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5"/>
          <p:cNvGrpSpPr/>
          <p:nvPr/>
        </p:nvGrpSpPr>
        <p:grpSpPr>
          <a:xfrm>
            <a:off x="715106" y="172001"/>
            <a:ext cx="230574" cy="230597"/>
            <a:chOff x="1869495" y="230908"/>
            <a:chExt cx="117892" cy="117892"/>
          </a:xfrm>
        </p:grpSpPr>
        <p:sp>
          <p:nvSpPr>
            <p:cNvPr id="136" name="Google Shape;136;p5"/>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138;p5"/>
          <p:cNvGrpSpPr/>
          <p:nvPr/>
        </p:nvGrpSpPr>
        <p:grpSpPr>
          <a:xfrm>
            <a:off x="715090" y="4722881"/>
            <a:ext cx="2227501" cy="308121"/>
            <a:chOff x="715090" y="4752256"/>
            <a:chExt cx="2227501" cy="308121"/>
          </a:xfrm>
        </p:grpSpPr>
        <p:sp>
          <p:nvSpPr>
            <p:cNvPr id="139" name="Google Shape;139;p5"/>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 name="Google Shape;145;p5"/>
            <p:cNvGrpSpPr/>
            <p:nvPr/>
          </p:nvGrpSpPr>
          <p:grpSpPr>
            <a:xfrm>
              <a:off x="2255186" y="4862963"/>
              <a:ext cx="97814" cy="86736"/>
              <a:chOff x="2255186" y="4862963"/>
              <a:chExt cx="97814" cy="86736"/>
            </a:xfrm>
          </p:grpSpPr>
          <p:sp>
            <p:nvSpPr>
              <p:cNvPr id="146" name="Google Shape;146;p5"/>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7" name="Google Shape;147;p5"/>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48" name="Google Shape;148;p5"/>
            <p:cNvGrpSpPr/>
            <p:nvPr/>
          </p:nvGrpSpPr>
          <p:grpSpPr>
            <a:xfrm>
              <a:off x="1767461" y="4862963"/>
              <a:ext cx="122764" cy="86736"/>
              <a:chOff x="1779936" y="4862963"/>
              <a:chExt cx="122764" cy="86736"/>
            </a:xfrm>
          </p:grpSpPr>
          <p:grpSp>
            <p:nvGrpSpPr>
              <p:cNvPr id="149" name="Google Shape;149;p5"/>
              <p:cNvGrpSpPr/>
              <p:nvPr/>
            </p:nvGrpSpPr>
            <p:grpSpPr>
              <a:xfrm>
                <a:off x="1779936" y="4862963"/>
                <a:ext cx="97814" cy="86736"/>
                <a:chOff x="2255186" y="4862963"/>
                <a:chExt cx="97814" cy="86736"/>
              </a:xfrm>
            </p:grpSpPr>
            <p:sp>
              <p:nvSpPr>
                <p:cNvPr id="150" name="Google Shape;150;p5"/>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1" name="Google Shape;151;p5"/>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152" name="Google Shape;152;p5"/>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53" name="Google Shape;153;p5"/>
            <p:cNvGrpSpPr/>
            <p:nvPr/>
          </p:nvGrpSpPr>
          <p:grpSpPr>
            <a:xfrm rot="10800000">
              <a:off x="1308161" y="4862963"/>
              <a:ext cx="97814" cy="86736"/>
              <a:chOff x="2255186" y="4862963"/>
              <a:chExt cx="97814" cy="86736"/>
            </a:xfrm>
          </p:grpSpPr>
          <p:sp>
            <p:nvSpPr>
              <p:cNvPr id="154" name="Google Shape;154;p5"/>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5" name="Google Shape;155;p5"/>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56" name="Google Shape;156;p5"/>
            <p:cNvGrpSpPr/>
            <p:nvPr/>
          </p:nvGrpSpPr>
          <p:grpSpPr>
            <a:xfrm>
              <a:off x="810563" y="4862963"/>
              <a:ext cx="145800" cy="84300"/>
              <a:chOff x="786588" y="4862963"/>
              <a:chExt cx="145800" cy="84300"/>
            </a:xfrm>
          </p:grpSpPr>
          <p:sp>
            <p:nvSpPr>
              <p:cNvPr id="157" name="Google Shape;157;p5"/>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5"/>
            <p:cNvGrpSpPr/>
            <p:nvPr/>
          </p:nvGrpSpPr>
          <p:grpSpPr>
            <a:xfrm rot="10800000">
              <a:off x="2703113" y="4865400"/>
              <a:ext cx="145800" cy="84300"/>
              <a:chOff x="786588" y="4862963"/>
              <a:chExt cx="145800" cy="84300"/>
            </a:xfrm>
          </p:grpSpPr>
          <p:sp>
            <p:nvSpPr>
              <p:cNvPr id="160" name="Google Shape;160;p5"/>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2" name="Google Shape;162;p5"/>
          <p:cNvGrpSpPr/>
          <p:nvPr/>
        </p:nvGrpSpPr>
        <p:grpSpPr>
          <a:xfrm>
            <a:off x="6844854" y="4668587"/>
            <a:ext cx="1584035" cy="416703"/>
            <a:chOff x="6844854" y="4668587"/>
            <a:chExt cx="1584035" cy="416703"/>
          </a:xfrm>
        </p:grpSpPr>
        <p:sp>
          <p:nvSpPr>
            <p:cNvPr id="163" name="Google Shape;163;p5"/>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5"/>
            <p:cNvGrpSpPr/>
            <p:nvPr/>
          </p:nvGrpSpPr>
          <p:grpSpPr>
            <a:xfrm>
              <a:off x="8054048" y="4823050"/>
              <a:ext cx="138315" cy="107779"/>
              <a:chOff x="1900456" y="4780923"/>
              <a:chExt cx="138315" cy="107779"/>
            </a:xfrm>
          </p:grpSpPr>
          <p:sp>
            <p:nvSpPr>
              <p:cNvPr id="165" name="Google Shape;165;p5"/>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 name="Google Shape;166;p5"/>
              <p:cNvGrpSpPr/>
              <p:nvPr/>
            </p:nvGrpSpPr>
            <p:grpSpPr>
              <a:xfrm>
                <a:off x="1900456" y="4825827"/>
                <a:ext cx="138315" cy="62875"/>
                <a:chOff x="1900456" y="4825827"/>
                <a:chExt cx="138315" cy="62875"/>
              </a:xfrm>
            </p:grpSpPr>
            <p:sp>
              <p:nvSpPr>
                <p:cNvPr id="167" name="Google Shape;167;p5"/>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9" name="Google Shape;169;p5"/>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0"/>
        <p:cNvGrpSpPr/>
        <p:nvPr/>
      </p:nvGrpSpPr>
      <p:grpSpPr>
        <a:xfrm>
          <a:off x="0" y="0"/>
          <a:ext cx="0" cy="0"/>
          <a:chOff x="0" y="0"/>
          <a:chExt cx="0" cy="0"/>
        </a:xfrm>
      </p:grpSpPr>
      <p:sp>
        <p:nvSpPr>
          <p:cNvPr id="171" name="Google Shape;171;p6"/>
          <p:cNvSpPr txBox="1">
            <a:spLocks noGrp="1"/>
          </p:cNvSpPr>
          <p:nvPr>
            <p:ph type="title"/>
          </p:nvPr>
        </p:nvSpPr>
        <p:spPr>
          <a:xfrm>
            <a:off x="1291650" y="535000"/>
            <a:ext cx="6560700" cy="1034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2" name="Google Shape;172;p6"/>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6"/>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 name="Google Shape;175;p6"/>
          <p:cNvGrpSpPr/>
          <p:nvPr/>
        </p:nvGrpSpPr>
        <p:grpSpPr>
          <a:xfrm>
            <a:off x="4380308" y="177933"/>
            <a:ext cx="201427" cy="210169"/>
            <a:chOff x="5143693" y="188357"/>
            <a:chExt cx="153843" cy="160520"/>
          </a:xfrm>
        </p:grpSpPr>
        <p:sp>
          <p:nvSpPr>
            <p:cNvPr id="176" name="Google Shape;176;p6"/>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6"/>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6"/>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 name="Google Shape;179;p6"/>
          <p:cNvGrpSpPr/>
          <p:nvPr/>
        </p:nvGrpSpPr>
        <p:grpSpPr>
          <a:xfrm>
            <a:off x="3643773" y="202655"/>
            <a:ext cx="236409" cy="169294"/>
            <a:chOff x="3740546" y="215105"/>
            <a:chExt cx="180561" cy="129301"/>
          </a:xfrm>
        </p:grpSpPr>
        <p:sp>
          <p:nvSpPr>
            <p:cNvPr id="180" name="Google Shape;180;p6"/>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6"/>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 name="Google Shape;183;p6"/>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6"/>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 name="Google Shape;185;p6"/>
          <p:cNvGrpSpPr/>
          <p:nvPr/>
        </p:nvGrpSpPr>
        <p:grpSpPr>
          <a:xfrm>
            <a:off x="8192365" y="205607"/>
            <a:ext cx="236420" cy="186272"/>
            <a:chOff x="8118277" y="187250"/>
            <a:chExt cx="268293" cy="211384"/>
          </a:xfrm>
        </p:grpSpPr>
        <p:sp>
          <p:nvSpPr>
            <p:cNvPr id="186" name="Google Shape;186;p6"/>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6"/>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6"/>
          <p:cNvGrpSpPr/>
          <p:nvPr/>
        </p:nvGrpSpPr>
        <p:grpSpPr>
          <a:xfrm>
            <a:off x="715106" y="172001"/>
            <a:ext cx="230574" cy="230597"/>
            <a:chOff x="1869495" y="230908"/>
            <a:chExt cx="117892" cy="117892"/>
          </a:xfrm>
        </p:grpSpPr>
        <p:sp>
          <p:nvSpPr>
            <p:cNvPr id="190" name="Google Shape;190;p6"/>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6"/>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6"/>
          <p:cNvGrpSpPr/>
          <p:nvPr/>
        </p:nvGrpSpPr>
        <p:grpSpPr>
          <a:xfrm>
            <a:off x="715090" y="4722881"/>
            <a:ext cx="2227501" cy="308121"/>
            <a:chOff x="715090" y="4752256"/>
            <a:chExt cx="2227501" cy="308121"/>
          </a:xfrm>
        </p:grpSpPr>
        <p:sp>
          <p:nvSpPr>
            <p:cNvPr id="193" name="Google Shape;193;p6"/>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6"/>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6"/>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6"/>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 name="Google Shape;199;p6"/>
            <p:cNvGrpSpPr/>
            <p:nvPr/>
          </p:nvGrpSpPr>
          <p:grpSpPr>
            <a:xfrm>
              <a:off x="2255186" y="4862963"/>
              <a:ext cx="97814" cy="86736"/>
              <a:chOff x="2255186" y="4862963"/>
              <a:chExt cx="97814" cy="86736"/>
            </a:xfrm>
          </p:grpSpPr>
          <p:sp>
            <p:nvSpPr>
              <p:cNvPr id="200" name="Google Shape;200;p6"/>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1" name="Google Shape;201;p6"/>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202" name="Google Shape;202;p6"/>
            <p:cNvGrpSpPr/>
            <p:nvPr/>
          </p:nvGrpSpPr>
          <p:grpSpPr>
            <a:xfrm>
              <a:off x="1767461" y="4862963"/>
              <a:ext cx="122764" cy="86736"/>
              <a:chOff x="1779936" y="4862963"/>
              <a:chExt cx="122764" cy="86736"/>
            </a:xfrm>
          </p:grpSpPr>
          <p:grpSp>
            <p:nvGrpSpPr>
              <p:cNvPr id="203" name="Google Shape;203;p6"/>
              <p:cNvGrpSpPr/>
              <p:nvPr/>
            </p:nvGrpSpPr>
            <p:grpSpPr>
              <a:xfrm>
                <a:off x="1779936" y="4862963"/>
                <a:ext cx="97814" cy="86736"/>
                <a:chOff x="2255186" y="4862963"/>
                <a:chExt cx="97814" cy="86736"/>
              </a:xfrm>
            </p:grpSpPr>
            <p:sp>
              <p:nvSpPr>
                <p:cNvPr id="204" name="Google Shape;204;p6"/>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5" name="Google Shape;205;p6"/>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206" name="Google Shape;206;p6"/>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207" name="Google Shape;207;p6"/>
            <p:cNvGrpSpPr/>
            <p:nvPr/>
          </p:nvGrpSpPr>
          <p:grpSpPr>
            <a:xfrm rot="10800000">
              <a:off x="1308161" y="4862963"/>
              <a:ext cx="97814" cy="86736"/>
              <a:chOff x="2255186" y="4862963"/>
              <a:chExt cx="97814" cy="86736"/>
            </a:xfrm>
          </p:grpSpPr>
          <p:sp>
            <p:nvSpPr>
              <p:cNvPr id="208" name="Google Shape;208;p6"/>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9" name="Google Shape;209;p6"/>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210" name="Google Shape;210;p6"/>
            <p:cNvGrpSpPr/>
            <p:nvPr/>
          </p:nvGrpSpPr>
          <p:grpSpPr>
            <a:xfrm>
              <a:off x="810563" y="4862963"/>
              <a:ext cx="145800" cy="84300"/>
              <a:chOff x="786588" y="4862963"/>
              <a:chExt cx="145800" cy="84300"/>
            </a:xfrm>
          </p:grpSpPr>
          <p:sp>
            <p:nvSpPr>
              <p:cNvPr id="211" name="Google Shape;211;p6"/>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213;p6"/>
            <p:cNvGrpSpPr/>
            <p:nvPr/>
          </p:nvGrpSpPr>
          <p:grpSpPr>
            <a:xfrm rot="10800000">
              <a:off x="2703113" y="4865400"/>
              <a:ext cx="145800" cy="84300"/>
              <a:chOff x="786588" y="4862963"/>
              <a:chExt cx="145800" cy="84300"/>
            </a:xfrm>
          </p:grpSpPr>
          <p:sp>
            <p:nvSpPr>
              <p:cNvPr id="214" name="Google Shape;214;p6"/>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6" name="Google Shape;216;p6"/>
          <p:cNvGrpSpPr/>
          <p:nvPr/>
        </p:nvGrpSpPr>
        <p:grpSpPr>
          <a:xfrm>
            <a:off x="6844854" y="4668587"/>
            <a:ext cx="1584035" cy="416703"/>
            <a:chOff x="6844854" y="4668587"/>
            <a:chExt cx="1584035" cy="416703"/>
          </a:xfrm>
        </p:grpSpPr>
        <p:sp>
          <p:nvSpPr>
            <p:cNvPr id="217" name="Google Shape;217;p6"/>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 name="Google Shape;218;p6"/>
            <p:cNvGrpSpPr/>
            <p:nvPr/>
          </p:nvGrpSpPr>
          <p:grpSpPr>
            <a:xfrm>
              <a:off x="8054048" y="4823050"/>
              <a:ext cx="138315" cy="107779"/>
              <a:chOff x="1900456" y="4780923"/>
              <a:chExt cx="138315" cy="107779"/>
            </a:xfrm>
          </p:grpSpPr>
          <p:sp>
            <p:nvSpPr>
              <p:cNvPr id="219" name="Google Shape;219;p6"/>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 name="Google Shape;220;p6"/>
              <p:cNvGrpSpPr/>
              <p:nvPr/>
            </p:nvGrpSpPr>
            <p:grpSpPr>
              <a:xfrm>
                <a:off x="1900456" y="4825827"/>
                <a:ext cx="138315" cy="62875"/>
                <a:chOff x="1900456" y="4825827"/>
                <a:chExt cx="138315" cy="62875"/>
              </a:xfrm>
            </p:grpSpPr>
            <p:sp>
              <p:nvSpPr>
                <p:cNvPr id="221" name="Google Shape;221;p6"/>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6"/>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3" name="Google Shape;223;p6"/>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4"/>
        <p:cNvGrpSpPr/>
        <p:nvPr/>
      </p:nvGrpSpPr>
      <p:grpSpPr>
        <a:xfrm>
          <a:off x="0" y="0"/>
          <a:ext cx="0" cy="0"/>
          <a:chOff x="0" y="0"/>
          <a:chExt cx="0" cy="0"/>
        </a:xfrm>
      </p:grpSpPr>
      <p:sp>
        <p:nvSpPr>
          <p:cNvPr id="225" name="Google Shape;225;p7"/>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 name="Google Shape;228;p7"/>
          <p:cNvGrpSpPr/>
          <p:nvPr/>
        </p:nvGrpSpPr>
        <p:grpSpPr>
          <a:xfrm>
            <a:off x="4380308" y="177933"/>
            <a:ext cx="201427" cy="210169"/>
            <a:chOff x="5143693" y="188357"/>
            <a:chExt cx="153843" cy="160520"/>
          </a:xfrm>
        </p:grpSpPr>
        <p:sp>
          <p:nvSpPr>
            <p:cNvPr id="229" name="Google Shape;229;p7"/>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 name="Google Shape;231;p7"/>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2" name="Google Shape;232;p7"/>
          <p:cNvGrpSpPr/>
          <p:nvPr/>
        </p:nvGrpSpPr>
        <p:grpSpPr>
          <a:xfrm>
            <a:off x="3643773" y="202655"/>
            <a:ext cx="236409" cy="169294"/>
            <a:chOff x="3740546" y="215105"/>
            <a:chExt cx="180561" cy="129301"/>
          </a:xfrm>
        </p:grpSpPr>
        <p:sp>
          <p:nvSpPr>
            <p:cNvPr id="233" name="Google Shape;233;p7"/>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7"/>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 name="Google Shape;236;p7"/>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 name="Google Shape;238;p7"/>
          <p:cNvGrpSpPr/>
          <p:nvPr/>
        </p:nvGrpSpPr>
        <p:grpSpPr>
          <a:xfrm>
            <a:off x="8192365" y="205607"/>
            <a:ext cx="236420" cy="186272"/>
            <a:chOff x="8118277" y="187250"/>
            <a:chExt cx="268293" cy="211384"/>
          </a:xfrm>
        </p:grpSpPr>
        <p:sp>
          <p:nvSpPr>
            <p:cNvPr id="239" name="Google Shape;239;p7"/>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7"/>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 name="Google Shape;242;p7"/>
          <p:cNvGrpSpPr/>
          <p:nvPr/>
        </p:nvGrpSpPr>
        <p:grpSpPr>
          <a:xfrm>
            <a:off x="715106" y="172001"/>
            <a:ext cx="230574" cy="230597"/>
            <a:chOff x="1869495" y="230908"/>
            <a:chExt cx="117892" cy="117892"/>
          </a:xfrm>
        </p:grpSpPr>
        <p:sp>
          <p:nvSpPr>
            <p:cNvPr id="243" name="Google Shape;243;p7"/>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7"/>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 name="Google Shape;245;p7"/>
          <p:cNvGrpSpPr/>
          <p:nvPr/>
        </p:nvGrpSpPr>
        <p:grpSpPr>
          <a:xfrm>
            <a:off x="715090" y="4722881"/>
            <a:ext cx="2227501" cy="308121"/>
            <a:chOff x="715090" y="4752256"/>
            <a:chExt cx="2227501" cy="308121"/>
          </a:xfrm>
        </p:grpSpPr>
        <p:sp>
          <p:nvSpPr>
            <p:cNvPr id="246" name="Google Shape;246;p7"/>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7"/>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7"/>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7"/>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7"/>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7"/>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2" name="Google Shape;252;p7"/>
            <p:cNvGrpSpPr/>
            <p:nvPr/>
          </p:nvGrpSpPr>
          <p:grpSpPr>
            <a:xfrm>
              <a:off x="2255186" y="4862963"/>
              <a:ext cx="97814" cy="86736"/>
              <a:chOff x="2255186" y="4862963"/>
              <a:chExt cx="97814" cy="86736"/>
            </a:xfrm>
          </p:grpSpPr>
          <p:sp>
            <p:nvSpPr>
              <p:cNvPr id="253" name="Google Shape;253;p7"/>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4" name="Google Shape;254;p7"/>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255" name="Google Shape;255;p7"/>
            <p:cNvGrpSpPr/>
            <p:nvPr/>
          </p:nvGrpSpPr>
          <p:grpSpPr>
            <a:xfrm>
              <a:off x="1767461" y="4862963"/>
              <a:ext cx="122764" cy="86736"/>
              <a:chOff x="1779936" y="4862963"/>
              <a:chExt cx="122764" cy="86736"/>
            </a:xfrm>
          </p:grpSpPr>
          <p:grpSp>
            <p:nvGrpSpPr>
              <p:cNvPr id="256" name="Google Shape;256;p7"/>
              <p:cNvGrpSpPr/>
              <p:nvPr/>
            </p:nvGrpSpPr>
            <p:grpSpPr>
              <a:xfrm>
                <a:off x="1779936" y="4862963"/>
                <a:ext cx="97814" cy="86736"/>
                <a:chOff x="2255186" y="4862963"/>
                <a:chExt cx="97814" cy="86736"/>
              </a:xfrm>
            </p:grpSpPr>
            <p:sp>
              <p:nvSpPr>
                <p:cNvPr id="257" name="Google Shape;257;p7"/>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8" name="Google Shape;258;p7"/>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259" name="Google Shape;259;p7"/>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260" name="Google Shape;260;p7"/>
            <p:cNvGrpSpPr/>
            <p:nvPr/>
          </p:nvGrpSpPr>
          <p:grpSpPr>
            <a:xfrm rot="10800000">
              <a:off x="1308161" y="4862963"/>
              <a:ext cx="97814" cy="86736"/>
              <a:chOff x="2255186" y="4862963"/>
              <a:chExt cx="97814" cy="86736"/>
            </a:xfrm>
          </p:grpSpPr>
          <p:sp>
            <p:nvSpPr>
              <p:cNvPr id="261" name="Google Shape;261;p7"/>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2" name="Google Shape;262;p7"/>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263" name="Google Shape;263;p7"/>
            <p:cNvGrpSpPr/>
            <p:nvPr/>
          </p:nvGrpSpPr>
          <p:grpSpPr>
            <a:xfrm>
              <a:off x="810563" y="4862963"/>
              <a:ext cx="145800" cy="84300"/>
              <a:chOff x="786588" y="4862963"/>
              <a:chExt cx="145800" cy="84300"/>
            </a:xfrm>
          </p:grpSpPr>
          <p:sp>
            <p:nvSpPr>
              <p:cNvPr id="264" name="Google Shape;264;p7"/>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7"/>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 name="Google Shape;266;p7"/>
            <p:cNvGrpSpPr/>
            <p:nvPr/>
          </p:nvGrpSpPr>
          <p:grpSpPr>
            <a:xfrm rot="10800000">
              <a:off x="2703113" y="4865400"/>
              <a:ext cx="145800" cy="84300"/>
              <a:chOff x="786588" y="4862963"/>
              <a:chExt cx="145800" cy="84300"/>
            </a:xfrm>
          </p:grpSpPr>
          <p:sp>
            <p:nvSpPr>
              <p:cNvPr id="267" name="Google Shape;267;p7"/>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7"/>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9" name="Google Shape;269;p7"/>
          <p:cNvSpPr txBox="1">
            <a:spLocks noGrp="1"/>
          </p:cNvSpPr>
          <p:nvPr>
            <p:ph type="title"/>
          </p:nvPr>
        </p:nvSpPr>
        <p:spPr>
          <a:xfrm>
            <a:off x="720000" y="992200"/>
            <a:ext cx="77040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0" name="Google Shape;270;p7"/>
          <p:cNvSpPr txBox="1">
            <a:spLocks noGrp="1"/>
          </p:cNvSpPr>
          <p:nvPr>
            <p:ph type="body" idx="1"/>
          </p:nvPr>
        </p:nvSpPr>
        <p:spPr>
          <a:xfrm>
            <a:off x="720000" y="1798625"/>
            <a:ext cx="4717500" cy="1951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1pPr>
            <a:lvl2pPr marL="914400" lvl="1"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2pPr>
            <a:lvl3pPr marL="1371600" lvl="2"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3pPr>
            <a:lvl4pPr marL="1828800" lvl="3"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4pPr>
            <a:lvl5pPr marL="2286000" lvl="4"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5pPr>
            <a:lvl6pPr marL="2743200" lvl="5"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6pPr>
            <a:lvl7pPr marL="3200400" lvl="6"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7pPr>
            <a:lvl8pPr marL="3657600" lvl="7"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8pPr>
            <a:lvl9pPr marL="4114800" lvl="8" indent="-317500" rtl="0">
              <a:lnSpc>
                <a:spcPct val="115000"/>
              </a:lnSpc>
              <a:spcBef>
                <a:spcPts val="0"/>
              </a:spcBef>
              <a:spcAft>
                <a:spcPts val="0"/>
              </a:spcAft>
              <a:buClr>
                <a:schemeClr val="dk2"/>
              </a:buClr>
              <a:buSzPts val="1400"/>
              <a:buFont typeface="Mulish Medium"/>
              <a:buChar char="■"/>
              <a:defRPr sz="1400">
                <a:solidFill>
                  <a:schemeClr val="dk2"/>
                </a:solidFill>
                <a:latin typeface="Mulish Medium"/>
                <a:ea typeface="Mulish Medium"/>
                <a:cs typeface="Mulish Medium"/>
                <a:sym typeface="Mulish Medium"/>
              </a:defRPr>
            </a:lvl9pPr>
          </a:lstStyle>
          <a:p>
            <a:endParaRPr/>
          </a:p>
        </p:txBody>
      </p:sp>
      <p:grpSp>
        <p:nvGrpSpPr>
          <p:cNvPr id="271" name="Google Shape;271;p7"/>
          <p:cNvGrpSpPr/>
          <p:nvPr/>
        </p:nvGrpSpPr>
        <p:grpSpPr>
          <a:xfrm>
            <a:off x="6844854" y="4668587"/>
            <a:ext cx="1584035" cy="416703"/>
            <a:chOff x="6844854" y="4668587"/>
            <a:chExt cx="1584035" cy="416703"/>
          </a:xfrm>
        </p:grpSpPr>
        <p:sp>
          <p:nvSpPr>
            <p:cNvPr id="272" name="Google Shape;272;p7"/>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3" name="Google Shape;273;p7"/>
            <p:cNvGrpSpPr/>
            <p:nvPr/>
          </p:nvGrpSpPr>
          <p:grpSpPr>
            <a:xfrm>
              <a:off x="8054048" y="4823050"/>
              <a:ext cx="138315" cy="107779"/>
              <a:chOff x="1900456" y="4780923"/>
              <a:chExt cx="138315" cy="107779"/>
            </a:xfrm>
          </p:grpSpPr>
          <p:sp>
            <p:nvSpPr>
              <p:cNvPr id="274" name="Google Shape;274;p7"/>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7"/>
              <p:cNvGrpSpPr/>
              <p:nvPr/>
            </p:nvGrpSpPr>
            <p:grpSpPr>
              <a:xfrm>
                <a:off x="1900456" y="4825827"/>
                <a:ext cx="138315" cy="62875"/>
                <a:chOff x="1900456" y="4825827"/>
                <a:chExt cx="138315" cy="62875"/>
              </a:xfrm>
            </p:grpSpPr>
            <p:sp>
              <p:nvSpPr>
                <p:cNvPr id="276" name="Google Shape;276;p7"/>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7"/>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8" name="Google Shape;278;p7"/>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79"/>
        <p:cNvGrpSpPr/>
        <p:nvPr/>
      </p:nvGrpSpPr>
      <p:grpSpPr>
        <a:xfrm>
          <a:off x="0" y="0"/>
          <a:ext cx="0" cy="0"/>
          <a:chOff x="0" y="0"/>
          <a:chExt cx="0" cy="0"/>
        </a:xfrm>
      </p:grpSpPr>
      <p:sp>
        <p:nvSpPr>
          <p:cNvPr id="280" name="Google Shape;280;p8"/>
          <p:cNvSpPr txBox="1">
            <a:spLocks noGrp="1"/>
          </p:cNvSpPr>
          <p:nvPr>
            <p:ph type="title"/>
          </p:nvPr>
        </p:nvSpPr>
        <p:spPr>
          <a:xfrm>
            <a:off x="1388100" y="1546400"/>
            <a:ext cx="6367800" cy="205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281" name="Google Shape;281;p8"/>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8"/>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4" name="Google Shape;284;p8"/>
          <p:cNvGrpSpPr/>
          <p:nvPr/>
        </p:nvGrpSpPr>
        <p:grpSpPr>
          <a:xfrm>
            <a:off x="4380308" y="177933"/>
            <a:ext cx="201427" cy="210169"/>
            <a:chOff x="5143693" y="188357"/>
            <a:chExt cx="153843" cy="160520"/>
          </a:xfrm>
        </p:grpSpPr>
        <p:sp>
          <p:nvSpPr>
            <p:cNvPr id="285" name="Google Shape;285;p8"/>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8"/>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7" name="Google Shape;287;p8"/>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 name="Google Shape;288;p8"/>
          <p:cNvGrpSpPr/>
          <p:nvPr/>
        </p:nvGrpSpPr>
        <p:grpSpPr>
          <a:xfrm>
            <a:off x="3643773" y="202655"/>
            <a:ext cx="236409" cy="169294"/>
            <a:chOff x="3740546" y="215105"/>
            <a:chExt cx="180561" cy="129301"/>
          </a:xfrm>
        </p:grpSpPr>
        <p:sp>
          <p:nvSpPr>
            <p:cNvPr id="289" name="Google Shape;289;p8"/>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8"/>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2" name="Google Shape;292;p8"/>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4" name="Google Shape;294;p8"/>
          <p:cNvGrpSpPr/>
          <p:nvPr/>
        </p:nvGrpSpPr>
        <p:grpSpPr>
          <a:xfrm>
            <a:off x="8192365" y="205607"/>
            <a:ext cx="236420" cy="186272"/>
            <a:chOff x="8118277" y="187250"/>
            <a:chExt cx="268293" cy="211384"/>
          </a:xfrm>
        </p:grpSpPr>
        <p:sp>
          <p:nvSpPr>
            <p:cNvPr id="295" name="Google Shape;295;p8"/>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8"/>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8"/>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 name="Google Shape;298;p8"/>
          <p:cNvGrpSpPr/>
          <p:nvPr/>
        </p:nvGrpSpPr>
        <p:grpSpPr>
          <a:xfrm>
            <a:off x="715106" y="172001"/>
            <a:ext cx="230574" cy="230597"/>
            <a:chOff x="1869495" y="230908"/>
            <a:chExt cx="117892" cy="117892"/>
          </a:xfrm>
        </p:grpSpPr>
        <p:sp>
          <p:nvSpPr>
            <p:cNvPr id="299" name="Google Shape;299;p8"/>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8"/>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 name="Google Shape;301;p8"/>
          <p:cNvGrpSpPr/>
          <p:nvPr/>
        </p:nvGrpSpPr>
        <p:grpSpPr>
          <a:xfrm>
            <a:off x="715090" y="4722881"/>
            <a:ext cx="2227501" cy="308121"/>
            <a:chOff x="715090" y="4752256"/>
            <a:chExt cx="2227501" cy="308121"/>
          </a:xfrm>
        </p:grpSpPr>
        <p:sp>
          <p:nvSpPr>
            <p:cNvPr id="302" name="Google Shape;302;p8"/>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8"/>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8"/>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8"/>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8"/>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8"/>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8" name="Google Shape;308;p8"/>
            <p:cNvGrpSpPr/>
            <p:nvPr/>
          </p:nvGrpSpPr>
          <p:grpSpPr>
            <a:xfrm>
              <a:off x="2255186" y="4862963"/>
              <a:ext cx="97814" cy="86736"/>
              <a:chOff x="2255186" y="4862963"/>
              <a:chExt cx="97814" cy="86736"/>
            </a:xfrm>
          </p:grpSpPr>
          <p:sp>
            <p:nvSpPr>
              <p:cNvPr id="309" name="Google Shape;309;p8"/>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0" name="Google Shape;310;p8"/>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311" name="Google Shape;311;p8"/>
            <p:cNvGrpSpPr/>
            <p:nvPr/>
          </p:nvGrpSpPr>
          <p:grpSpPr>
            <a:xfrm>
              <a:off x="1767461" y="4862963"/>
              <a:ext cx="122764" cy="86736"/>
              <a:chOff x="1779936" y="4862963"/>
              <a:chExt cx="122764" cy="86736"/>
            </a:xfrm>
          </p:grpSpPr>
          <p:grpSp>
            <p:nvGrpSpPr>
              <p:cNvPr id="312" name="Google Shape;312;p8"/>
              <p:cNvGrpSpPr/>
              <p:nvPr/>
            </p:nvGrpSpPr>
            <p:grpSpPr>
              <a:xfrm>
                <a:off x="1779936" y="4862963"/>
                <a:ext cx="97814" cy="86736"/>
                <a:chOff x="2255186" y="4862963"/>
                <a:chExt cx="97814" cy="86736"/>
              </a:xfrm>
            </p:grpSpPr>
            <p:sp>
              <p:nvSpPr>
                <p:cNvPr id="313" name="Google Shape;313;p8"/>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4" name="Google Shape;314;p8"/>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315" name="Google Shape;315;p8"/>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316" name="Google Shape;316;p8"/>
            <p:cNvGrpSpPr/>
            <p:nvPr/>
          </p:nvGrpSpPr>
          <p:grpSpPr>
            <a:xfrm rot="10800000">
              <a:off x="1308161" y="4862963"/>
              <a:ext cx="97814" cy="86736"/>
              <a:chOff x="2255186" y="4862963"/>
              <a:chExt cx="97814" cy="86736"/>
            </a:xfrm>
          </p:grpSpPr>
          <p:sp>
            <p:nvSpPr>
              <p:cNvPr id="317" name="Google Shape;317;p8"/>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8" name="Google Shape;318;p8"/>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319" name="Google Shape;319;p8"/>
            <p:cNvGrpSpPr/>
            <p:nvPr/>
          </p:nvGrpSpPr>
          <p:grpSpPr>
            <a:xfrm>
              <a:off x="810563" y="4862963"/>
              <a:ext cx="145800" cy="84300"/>
              <a:chOff x="786588" y="4862963"/>
              <a:chExt cx="145800" cy="84300"/>
            </a:xfrm>
          </p:grpSpPr>
          <p:sp>
            <p:nvSpPr>
              <p:cNvPr id="320" name="Google Shape;320;p8"/>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8"/>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 name="Google Shape;322;p8"/>
            <p:cNvGrpSpPr/>
            <p:nvPr/>
          </p:nvGrpSpPr>
          <p:grpSpPr>
            <a:xfrm rot="10800000">
              <a:off x="2703113" y="4865400"/>
              <a:ext cx="145800" cy="84300"/>
              <a:chOff x="786588" y="4862963"/>
              <a:chExt cx="145800" cy="84300"/>
            </a:xfrm>
          </p:grpSpPr>
          <p:sp>
            <p:nvSpPr>
              <p:cNvPr id="323" name="Google Shape;323;p8"/>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5" name="Google Shape;325;p8"/>
          <p:cNvGrpSpPr/>
          <p:nvPr/>
        </p:nvGrpSpPr>
        <p:grpSpPr>
          <a:xfrm>
            <a:off x="6844854" y="4668587"/>
            <a:ext cx="1584035" cy="416703"/>
            <a:chOff x="6844854" y="4668587"/>
            <a:chExt cx="1584035" cy="416703"/>
          </a:xfrm>
        </p:grpSpPr>
        <p:sp>
          <p:nvSpPr>
            <p:cNvPr id="326" name="Google Shape;326;p8"/>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8"/>
            <p:cNvGrpSpPr/>
            <p:nvPr/>
          </p:nvGrpSpPr>
          <p:grpSpPr>
            <a:xfrm>
              <a:off x="8054048" y="4823050"/>
              <a:ext cx="138315" cy="107779"/>
              <a:chOff x="1900456" y="4780923"/>
              <a:chExt cx="138315" cy="107779"/>
            </a:xfrm>
          </p:grpSpPr>
          <p:sp>
            <p:nvSpPr>
              <p:cNvPr id="328" name="Google Shape;328;p8"/>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9" name="Google Shape;329;p8"/>
              <p:cNvGrpSpPr/>
              <p:nvPr/>
            </p:nvGrpSpPr>
            <p:grpSpPr>
              <a:xfrm>
                <a:off x="1900456" y="4825827"/>
                <a:ext cx="138315" cy="62875"/>
                <a:chOff x="1900456" y="4825827"/>
                <a:chExt cx="138315" cy="62875"/>
              </a:xfrm>
            </p:grpSpPr>
            <p:sp>
              <p:nvSpPr>
                <p:cNvPr id="330" name="Google Shape;330;p8"/>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8"/>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2" name="Google Shape;332;p8"/>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3"/>
        <p:cNvGrpSpPr/>
        <p:nvPr/>
      </p:nvGrpSpPr>
      <p:grpSpPr>
        <a:xfrm>
          <a:off x="0" y="0"/>
          <a:ext cx="0" cy="0"/>
          <a:chOff x="0" y="0"/>
          <a:chExt cx="0" cy="0"/>
        </a:xfrm>
      </p:grpSpPr>
      <p:sp>
        <p:nvSpPr>
          <p:cNvPr id="334" name="Google Shape;334;p9"/>
          <p:cNvSpPr txBox="1">
            <a:spLocks noGrp="1"/>
          </p:cNvSpPr>
          <p:nvPr>
            <p:ph type="title"/>
          </p:nvPr>
        </p:nvSpPr>
        <p:spPr>
          <a:xfrm>
            <a:off x="715100" y="1080200"/>
            <a:ext cx="3474300" cy="16575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35" name="Google Shape;335;p9"/>
          <p:cNvSpPr txBox="1">
            <a:spLocks noGrp="1"/>
          </p:cNvSpPr>
          <p:nvPr>
            <p:ph type="subTitle" idx="1"/>
          </p:nvPr>
        </p:nvSpPr>
        <p:spPr>
          <a:xfrm>
            <a:off x="720000" y="2818675"/>
            <a:ext cx="3474300" cy="119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solidFill>
                  <a:schemeClr val="dk2"/>
                </a:solidFill>
              </a:defRPr>
            </a:lvl1pPr>
            <a:lvl2pPr lvl="1" algn="ctr" rtl="0">
              <a:lnSpc>
                <a:spcPct val="100000"/>
              </a:lnSpc>
              <a:spcBef>
                <a:spcPts val="160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6"/>
        <p:cNvGrpSpPr/>
        <p:nvPr/>
      </p:nvGrpSpPr>
      <p:grpSpPr>
        <a:xfrm>
          <a:off x="0" y="0"/>
          <a:ext cx="0" cy="0"/>
          <a:chOff x="0" y="0"/>
          <a:chExt cx="0" cy="0"/>
        </a:xfrm>
      </p:grpSpPr>
      <p:sp>
        <p:nvSpPr>
          <p:cNvPr id="337" name="Google Shape;337;p10"/>
          <p:cNvSpPr txBox="1">
            <a:spLocks noGrp="1"/>
          </p:cNvSpPr>
          <p:nvPr>
            <p:ph type="title"/>
          </p:nvPr>
        </p:nvSpPr>
        <p:spPr>
          <a:xfrm>
            <a:off x="720000" y="398425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solidFill>
                  <a:schemeClr val="dk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38"/>
        <p:cNvGrpSpPr/>
        <p:nvPr/>
      </p:nvGrpSpPr>
      <p:grpSpPr>
        <a:xfrm>
          <a:off x="0" y="0"/>
          <a:ext cx="0" cy="0"/>
          <a:chOff x="0" y="0"/>
          <a:chExt cx="0" cy="0"/>
        </a:xfrm>
      </p:grpSpPr>
      <p:sp>
        <p:nvSpPr>
          <p:cNvPr id="339" name="Google Shape;339;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40" name="Google Shape;340;p11"/>
          <p:cNvSpPr txBox="1">
            <a:spLocks noGrp="1"/>
          </p:cNvSpPr>
          <p:nvPr>
            <p:ph type="subTitle" idx="1"/>
          </p:nvPr>
        </p:nvSpPr>
        <p:spPr>
          <a:xfrm>
            <a:off x="1284000" y="3289250"/>
            <a:ext cx="6576000" cy="58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341" name="Google Shape;341;p11"/>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1"/>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1"/>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4" name="Google Shape;344;p11"/>
          <p:cNvGrpSpPr/>
          <p:nvPr/>
        </p:nvGrpSpPr>
        <p:grpSpPr>
          <a:xfrm>
            <a:off x="4380308" y="177933"/>
            <a:ext cx="201427" cy="210169"/>
            <a:chOff x="5143693" y="188357"/>
            <a:chExt cx="153843" cy="160520"/>
          </a:xfrm>
        </p:grpSpPr>
        <p:sp>
          <p:nvSpPr>
            <p:cNvPr id="345" name="Google Shape;345;p11"/>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1"/>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p11"/>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8" name="Google Shape;348;p11"/>
          <p:cNvGrpSpPr/>
          <p:nvPr/>
        </p:nvGrpSpPr>
        <p:grpSpPr>
          <a:xfrm>
            <a:off x="3643773" y="202655"/>
            <a:ext cx="236409" cy="169294"/>
            <a:chOff x="3740546" y="215105"/>
            <a:chExt cx="180561" cy="129301"/>
          </a:xfrm>
        </p:grpSpPr>
        <p:sp>
          <p:nvSpPr>
            <p:cNvPr id="349" name="Google Shape;349;p11"/>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1"/>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1"/>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2" name="Google Shape;352;p11"/>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1"/>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 name="Google Shape;354;p11"/>
          <p:cNvGrpSpPr/>
          <p:nvPr/>
        </p:nvGrpSpPr>
        <p:grpSpPr>
          <a:xfrm>
            <a:off x="8192365" y="205607"/>
            <a:ext cx="236420" cy="186272"/>
            <a:chOff x="8118277" y="187250"/>
            <a:chExt cx="268293" cy="211384"/>
          </a:xfrm>
        </p:grpSpPr>
        <p:sp>
          <p:nvSpPr>
            <p:cNvPr id="355" name="Google Shape;355;p11"/>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1"/>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1"/>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11"/>
          <p:cNvGrpSpPr/>
          <p:nvPr/>
        </p:nvGrpSpPr>
        <p:grpSpPr>
          <a:xfrm>
            <a:off x="715106" y="172001"/>
            <a:ext cx="230574" cy="230597"/>
            <a:chOff x="1869495" y="230908"/>
            <a:chExt cx="117892" cy="117892"/>
          </a:xfrm>
        </p:grpSpPr>
        <p:sp>
          <p:nvSpPr>
            <p:cNvPr id="359" name="Google Shape;359;p11"/>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1"/>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11"/>
          <p:cNvGrpSpPr/>
          <p:nvPr/>
        </p:nvGrpSpPr>
        <p:grpSpPr>
          <a:xfrm>
            <a:off x="715090" y="4722881"/>
            <a:ext cx="2227501" cy="308121"/>
            <a:chOff x="715090" y="4752256"/>
            <a:chExt cx="2227501" cy="308121"/>
          </a:xfrm>
        </p:grpSpPr>
        <p:sp>
          <p:nvSpPr>
            <p:cNvPr id="362" name="Google Shape;362;p11"/>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1"/>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1"/>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1"/>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1"/>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1"/>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8" name="Google Shape;368;p11"/>
            <p:cNvGrpSpPr/>
            <p:nvPr/>
          </p:nvGrpSpPr>
          <p:grpSpPr>
            <a:xfrm>
              <a:off x="2255186" y="4862963"/>
              <a:ext cx="97814" cy="86736"/>
              <a:chOff x="2255186" y="4862963"/>
              <a:chExt cx="97814" cy="86736"/>
            </a:xfrm>
          </p:grpSpPr>
          <p:sp>
            <p:nvSpPr>
              <p:cNvPr id="369" name="Google Shape;369;p11"/>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0" name="Google Shape;370;p11"/>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371" name="Google Shape;371;p11"/>
            <p:cNvGrpSpPr/>
            <p:nvPr/>
          </p:nvGrpSpPr>
          <p:grpSpPr>
            <a:xfrm>
              <a:off x="1767461" y="4862963"/>
              <a:ext cx="122764" cy="86736"/>
              <a:chOff x="1779936" y="4862963"/>
              <a:chExt cx="122764" cy="86736"/>
            </a:xfrm>
          </p:grpSpPr>
          <p:grpSp>
            <p:nvGrpSpPr>
              <p:cNvPr id="372" name="Google Shape;372;p11"/>
              <p:cNvGrpSpPr/>
              <p:nvPr/>
            </p:nvGrpSpPr>
            <p:grpSpPr>
              <a:xfrm>
                <a:off x="1779936" y="4862963"/>
                <a:ext cx="97814" cy="86736"/>
                <a:chOff x="2255186" y="4862963"/>
                <a:chExt cx="97814" cy="86736"/>
              </a:xfrm>
            </p:grpSpPr>
            <p:sp>
              <p:nvSpPr>
                <p:cNvPr id="373" name="Google Shape;373;p11"/>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4" name="Google Shape;374;p11"/>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375" name="Google Shape;375;p11"/>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376" name="Google Shape;376;p11"/>
            <p:cNvGrpSpPr/>
            <p:nvPr/>
          </p:nvGrpSpPr>
          <p:grpSpPr>
            <a:xfrm rot="10800000">
              <a:off x="1308161" y="4862963"/>
              <a:ext cx="97814" cy="86736"/>
              <a:chOff x="2255186" y="4862963"/>
              <a:chExt cx="97814" cy="86736"/>
            </a:xfrm>
          </p:grpSpPr>
          <p:sp>
            <p:nvSpPr>
              <p:cNvPr id="377" name="Google Shape;377;p11"/>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8" name="Google Shape;378;p11"/>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379" name="Google Shape;379;p11"/>
            <p:cNvGrpSpPr/>
            <p:nvPr/>
          </p:nvGrpSpPr>
          <p:grpSpPr>
            <a:xfrm>
              <a:off x="810563" y="4862963"/>
              <a:ext cx="145800" cy="84300"/>
              <a:chOff x="786588" y="4862963"/>
              <a:chExt cx="145800" cy="84300"/>
            </a:xfrm>
          </p:grpSpPr>
          <p:sp>
            <p:nvSpPr>
              <p:cNvPr id="380" name="Google Shape;380;p11"/>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1"/>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11"/>
            <p:cNvGrpSpPr/>
            <p:nvPr/>
          </p:nvGrpSpPr>
          <p:grpSpPr>
            <a:xfrm rot="10800000">
              <a:off x="2703113" y="4865400"/>
              <a:ext cx="145800" cy="84300"/>
              <a:chOff x="786588" y="4862963"/>
              <a:chExt cx="145800" cy="84300"/>
            </a:xfrm>
          </p:grpSpPr>
          <p:sp>
            <p:nvSpPr>
              <p:cNvPr id="383" name="Google Shape;383;p11"/>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1"/>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5" name="Google Shape;385;p11"/>
          <p:cNvGrpSpPr/>
          <p:nvPr/>
        </p:nvGrpSpPr>
        <p:grpSpPr>
          <a:xfrm>
            <a:off x="6844854" y="4668587"/>
            <a:ext cx="1584035" cy="416703"/>
            <a:chOff x="6844854" y="4668587"/>
            <a:chExt cx="1584035" cy="416703"/>
          </a:xfrm>
        </p:grpSpPr>
        <p:sp>
          <p:nvSpPr>
            <p:cNvPr id="386" name="Google Shape;386;p11"/>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7" name="Google Shape;387;p11"/>
            <p:cNvGrpSpPr/>
            <p:nvPr/>
          </p:nvGrpSpPr>
          <p:grpSpPr>
            <a:xfrm>
              <a:off x="8054048" y="4823050"/>
              <a:ext cx="138315" cy="107779"/>
              <a:chOff x="1900456" y="4780923"/>
              <a:chExt cx="138315" cy="107779"/>
            </a:xfrm>
          </p:grpSpPr>
          <p:sp>
            <p:nvSpPr>
              <p:cNvPr id="388" name="Google Shape;388;p11"/>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9" name="Google Shape;389;p11"/>
              <p:cNvGrpSpPr/>
              <p:nvPr/>
            </p:nvGrpSpPr>
            <p:grpSpPr>
              <a:xfrm>
                <a:off x="1900456" y="4825827"/>
                <a:ext cx="138315" cy="62875"/>
                <a:chOff x="1900456" y="4825827"/>
                <a:chExt cx="138315" cy="62875"/>
              </a:xfrm>
            </p:grpSpPr>
            <p:sp>
              <p:nvSpPr>
                <p:cNvPr id="390" name="Google Shape;390;p11"/>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1"/>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2" name="Google Shape;392;p11"/>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3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394"/>
        <p:cNvGrpSpPr/>
        <p:nvPr/>
      </p:nvGrpSpPr>
      <p:grpSpPr>
        <a:xfrm>
          <a:off x="0" y="0"/>
          <a:ext cx="0" cy="0"/>
          <a:chOff x="0" y="0"/>
          <a:chExt cx="0" cy="0"/>
        </a:xfrm>
      </p:grpSpPr>
      <p:sp>
        <p:nvSpPr>
          <p:cNvPr id="395" name="Google Shape;395;p13"/>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3"/>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3"/>
          <p:cNvSpPr txBox="1">
            <a:spLocks noGrp="1"/>
          </p:cNvSpPr>
          <p:nvPr>
            <p:ph type="title"/>
          </p:nvPr>
        </p:nvSpPr>
        <p:spPr>
          <a:xfrm>
            <a:off x="720000" y="535000"/>
            <a:ext cx="68511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98" name="Google Shape;398;p13"/>
          <p:cNvSpPr txBox="1">
            <a:spLocks noGrp="1"/>
          </p:cNvSpPr>
          <p:nvPr>
            <p:ph type="title" idx="2" hasCustomPrompt="1"/>
          </p:nvPr>
        </p:nvSpPr>
        <p:spPr>
          <a:xfrm>
            <a:off x="715100" y="1279200"/>
            <a:ext cx="841200" cy="334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99" name="Google Shape;399;p13"/>
          <p:cNvSpPr txBox="1">
            <a:spLocks noGrp="1"/>
          </p:cNvSpPr>
          <p:nvPr>
            <p:ph type="subTitle" idx="1"/>
          </p:nvPr>
        </p:nvSpPr>
        <p:spPr>
          <a:xfrm>
            <a:off x="715100" y="2182886"/>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00" name="Google Shape;400;p13"/>
          <p:cNvSpPr txBox="1">
            <a:spLocks noGrp="1"/>
          </p:cNvSpPr>
          <p:nvPr>
            <p:ph type="title" idx="3" hasCustomPrompt="1"/>
          </p:nvPr>
        </p:nvSpPr>
        <p:spPr>
          <a:xfrm>
            <a:off x="3407013" y="1253075"/>
            <a:ext cx="836700" cy="33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1" name="Google Shape;401;p13"/>
          <p:cNvSpPr txBox="1">
            <a:spLocks noGrp="1"/>
          </p:cNvSpPr>
          <p:nvPr>
            <p:ph type="subTitle" idx="4"/>
          </p:nvPr>
        </p:nvSpPr>
        <p:spPr>
          <a:xfrm>
            <a:off x="3403800" y="2182886"/>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02" name="Google Shape;402;p13"/>
          <p:cNvSpPr txBox="1">
            <a:spLocks noGrp="1"/>
          </p:cNvSpPr>
          <p:nvPr>
            <p:ph type="title" idx="5" hasCustomPrompt="1"/>
          </p:nvPr>
        </p:nvSpPr>
        <p:spPr>
          <a:xfrm>
            <a:off x="6094037" y="1279200"/>
            <a:ext cx="836700" cy="33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3" name="Google Shape;403;p13"/>
          <p:cNvSpPr txBox="1">
            <a:spLocks noGrp="1"/>
          </p:cNvSpPr>
          <p:nvPr>
            <p:ph type="subTitle" idx="6"/>
          </p:nvPr>
        </p:nvSpPr>
        <p:spPr>
          <a:xfrm>
            <a:off x="6094037" y="2182886"/>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04" name="Google Shape;404;p13"/>
          <p:cNvSpPr txBox="1">
            <a:spLocks noGrp="1"/>
          </p:cNvSpPr>
          <p:nvPr>
            <p:ph type="subTitle" idx="7"/>
          </p:nvPr>
        </p:nvSpPr>
        <p:spPr>
          <a:xfrm>
            <a:off x="715100" y="1732638"/>
            <a:ext cx="2336400" cy="44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05" name="Google Shape;405;p13"/>
          <p:cNvSpPr txBox="1">
            <a:spLocks noGrp="1"/>
          </p:cNvSpPr>
          <p:nvPr>
            <p:ph type="subTitle" idx="8"/>
          </p:nvPr>
        </p:nvSpPr>
        <p:spPr>
          <a:xfrm>
            <a:off x="3403800" y="1732638"/>
            <a:ext cx="2336400" cy="44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06" name="Google Shape;406;p13"/>
          <p:cNvSpPr txBox="1">
            <a:spLocks noGrp="1"/>
          </p:cNvSpPr>
          <p:nvPr>
            <p:ph type="subTitle" idx="9"/>
          </p:nvPr>
        </p:nvSpPr>
        <p:spPr>
          <a:xfrm>
            <a:off x="6094037" y="1732638"/>
            <a:ext cx="2336400" cy="44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07" name="Google Shape;407;p13"/>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8" name="Google Shape;408;p13"/>
          <p:cNvGrpSpPr/>
          <p:nvPr/>
        </p:nvGrpSpPr>
        <p:grpSpPr>
          <a:xfrm>
            <a:off x="4380308" y="177933"/>
            <a:ext cx="201427" cy="210169"/>
            <a:chOff x="5143693" y="188357"/>
            <a:chExt cx="153843" cy="160520"/>
          </a:xfrm>
        </p:grpSpPr>
        <p:sp>
          <p:nvSpPr>
            <p:cNvPr id="409" name="Google Shape;409;p13"/>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3"/>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1" name="Google Shape;411;p13"/>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2" name="Google Shape;412;p13"/>
          <p:cNvGrpSpPr/>
          <p:nvPr/>
        </p:nvGrpSpPr>
        <p:grpSpPr>
          <a:xfrm>
            <a:off x="3643773" y="202655"/>
            <a:ext cx="236409" cy="169294"/>
            <a:chOff x="3740546" y="215105"/>
            <a:chExt cx="180561" cy="129301"/>
          </a:xfrm>
        </p:grpSpPr>
        <p:sp>
          <p:nvSpPr>
            <p:cNvPr id="413" name="Google Shape;413;p13"/>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3"/>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3"/>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6" name="Google Shape;416;p13"/>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3"/>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8" name="Google Shape;418;p13"/>
          <p:cNvGrpSpPr/>
          <p:nvPr/>
        </p:nvGrpSpPr>
        <p:grpSpPr>
          <a:xfrm>
            <a:off x="8192365" y="205607"/>
            <a:ext cx="236420" cy="186272"/>
            <a:chOff x="8118277" y="187250"/>
            <a:chExt cx="268293" cy="211384"/>
          </a:xfrm>
        </p:grpSpPr>
        <p:sp>
          <p:nvSpPr>
            <p:cNvPr id="419" name="Google Shape;419;p13"/>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3"/>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3"/>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13"/>
          <p:cNvGrpSpPr/>
          <p:nvPr/>
        </p:nvGrpSpPr>
        <p:grpSpPr>
          <a:xfrm>
            <a:off x="715106" y="172001"/>
            <a:ext cx="230574" cy="230597"/>
            <a:chOff x="1869495" y="230908"/>
            <a:chExt cx="117892" cy="117892"/>
          </a:xfrm>
        </p:grpSpPr>
        <p:sp>
          <p:nvSpPr>
            <p:cNvPr id="423" name="Google Shape;423;p13"/>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3"/>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 name="Google Shape;425;p13"/>
          <p:cNvGrpSpPr/>
          <p:nvPr/>
        </p:nvGrpSpPr>
        <p:grpSpPr>
          <a:xfrm>
            <a:off x="715090" y="4722881"/>
            <a:ext cx="2227501" cy="308121"/>
            <a:chOff x="715090" y="4752256"/>
            <a:chExt cx="2227501" cy="308121"/>
          </a:xfrm>
        </p:grpSpPr>
        <p:sp>
          <p:nvSpPr>
            <p:cNvPr id="426" name="Google Shape;426;p13"/>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3"/>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3"/>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3"/>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3"/>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3"/>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2" name="Google Shape;432;p13"/>
            <p:cNvGrpSpPr/>
            <p:nvPr/>
          </p:nvGrpSpPr>
          <p:grpSpPr>
            <a:xfrm>
              <a:off x="2255186" y="4862963"/>
              <a:ext cx="97814" cy="86736"/>
              <a:chOff x="2255186" y="4862963"/>
              <a:chExt cx="97814" cy="86736"/>
            </a:xfrm>
          </p:grpSpPr>
          <p:sp>
            <p:nvSpPr>
              <p:cNvPr id="433" name="Google Shape;433;p13"/>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4" name="Google Shape;434;p13"/>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435" name="Google Shape;435;p13"/>
            <p:cNvGrpSpPr/>
            <p:nvPr/>
          </p:nvGrpSpPr>
          <p:grpSpPr>
            <a:xfrm>
              <a:off x="1767461" y="4862963"/>
              <a:ext cx="122764" cy="86736"/>
              <a:chOff x="1779936" y="4862963"/>
              <a:chExt cx="122764" cy="86736"/>
            </a:xfrm>
          </p:grpSpPr>
          <p:grpSp>
            <p:nvGrpSpPr>
              <p:cNvPr id="436" name="Google Shape;436;p13"/>
              <p:cNvGrpSpPr/>
              <p:nvPr/>
            </p:nvGrpSpPr>
            <p:grpSpPr>
              <a:xfrm>
                <a:off x="1779936" y="4862963"/>
                <a:ext cx="97814" cy="86736"/>
                <a:chOff x="2255186" y="4862963"/>
                <a:chExt cx="97814" cy="86736"/>
              </a:xfrm>
            </p:grpSpPr>
            <p:sp>
              <p:nvSpPr>
                <p:cNvPr id="437" name="Google Shape;437;p13"/>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8" name="Google Shape;438;p13"/>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439" name="Google Shape;439;p13"/>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440" name="Google Shape;440;p13"/>
            <p:cNvGrpSpPr/>
            <p:nvPr/>
          </p:nvGrpSpPr>
          <p:grpSpPr>
            <a:xfrm rot="10800000">
              <a:off x="1308161" y="4862963"/>
              <a:ext cx="97814" cy="86736"/>
              <a:chOff x="2255186" y="4862963"/>
              <a:chExt cx="97814" cy="86736"/>
            </a:xfrm>
          </p:grpSpPr>
          <p:sp>
            <p:nvSpPr>
              <p:cNvPr id="441" name="Google Shape;441;p13"/>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2" name="Google Shape;442;p13"/>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443" name="Google Shape;443;p13"/>
            <p:cNvGrpSpPr/>
            <p:nvPr/>
          </p:nvGrpSpPr>
          <p:grpSpPr>
            <a:xfrm>
              <a:off x="810563" y="4862963"/>
              <a:ext cx="145800" cy="84300"/>
              <a:chOff x="786588" y="4862963"/>
              <a:chExt cx="145800" cy="84300"/>
            </a:xfrm>
          </p:grpSpPr>
          <p:sp>
            <p:nvSpPr>
              <p:cNvPr id="444" name="Google Shape;444;p13"/>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3"/>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13"/>
            <p:cNvGrpSpPr/>
            <p:nvPr/>
          </p:nvGrpSpPr>
          <p:grpSpPr>
            <a:xfrm rot="10800000">
              <a:off x="2703113" y="4865400"/>
              <a:ext cx="145800" cy="84300"/>
              <a:chOff x="786588" y="4862963"/>
              <a:chExt cx="145800" cy="84300"/>
            </a:xfrm>
          </p:grpSpPr>
          <p:sp>
            <p:nvSpPr>
              <p:cNvPr id="447" name="Google Shape;447;p13"/>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3"/>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49" name="Google Shape;449;p13"/>
          <p:cNvSpPr txBox="1">
            <a:spLocks noGrp="1"/>
          </p:cNvSpPr>
          <p:nvPr>
            <p:ph type="title" idx="13" hasCustomPrompt="1"/>
          </p:nvPr>
        </p:nvSpPr>
        <p:spPr>
          <a:xfrm>
            <a:off x="715100" y="3001063"/>
            <a:ext cx="841200" cy="334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0" name="Google Shape;450;p13"/>
          <p:cNvSpPr txBox="1">
            <a:spLocks noGrp="1"/>
          </p:cNvSpPr>
          <p:nvPr>
            <p:ph type="subTitle" idx="14"/>
          </p:nvPr>
        </p:nvSpPr>
        <p:spPr>
          <a:xfrm>
            <a:off x="715100" y="3904748"/>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51" name="Google Shape;451;p13"/>
          <p:cNvSpPr txBox="1">
            <a:spLocks noGrp="1"/>
          </p:cNvSpPr>
          <p:nvPr>
            <p:ph type="title" idx="15" hasCustomPrompt="1"/>
          </p:nvPr>
        </p:nvSpPr>
        <p:spPr>
          <a:xfrm>
            <a:off x="3403800" y="3001013"/>
            <a:ext cx="836700" cy="33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2" name="Google Shape;452;p13"/>
          <p:cNvSpPr txBox="1">
            <a:spLocks noGrp="1"/>
          </p:cNvSpPr>
          <p:nvPr>
            <p:ph type="subTitle" idx="16"/>
          </p:nvPr>
        </p:nvSpPr>
        <p:spPr>
          <a:xfrm>
            <a:off x="3403800" y="3904748"/>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53" name="Google Shape;453;p13"/>
          <p:cNvSpPr txBox="1">
            <a:spLocks noGrp="1"/>
          </p:cNvSpPr>
          <p:nvPr>
            <p:ph type="title" idx="17" hasCustomPrompt="1"/>
          </p:nvPr>
        </p:nvSpPr>
        <p:spPr>
          <a:xfrm>
            <a:off x="6094037" y="3001063"/>
            <a:ext cx="836700" cy="33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8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4" name="Google Shape;454;p13"/>
          <p:cNvSpPr txBox="1">
            <a:spLocks noGrp="1"/>
          </p:cNvSpPr>
          <p:nvPr>
            <p:ph type="subTitle" idx="18"/>
          </p:nvPr>
        </p:nvSpPr>
        <p:spPr>
          <a:xfrm>
            <a:off x="6094037" y="3904748"/>
            <a:ext cx="23364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55" name="Google Shape;455;p13"/>
          <p:cNvSpPr txBox="1">
            <a:spLocks noGrp="1"/>
          </p:cNvSpPr>
          <p:nvPr>
            <p:ph type="subTitle" idx="19"/>
          </p:nvPr>
        </p:nvSpPr>
        <p:spPr>
          <a:xfrm>
            <a:off x="715100" y="3454500"/>
            <a:ext cx="2336400" cy="44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56" name="Google Shape;456;p13"/>
          <p:cNvSpPr txBox="1">
            <a:spLocks noGrp="1"/>
          </p:cNvSpPr>
          <p:nvPr>
            <p:ph type="subTitle" idx="20"/>
          </p:nvPr>
        </p:nvSpPr>
        <p:spPr>
          <a:xfrm>
            <a:off x="3403800" y="3454500"/>
            <a:ext cx="2336400" cy="44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57" name="Google Shape;457;p13"/>
          <p:cNvSpPr txBox="1">
            <a:spLocks noGrp="1"/>
          </p:cNvSpPr>
          <p:nvPr>
            <p:ph type="subTitle" idx="21"/>
          </p:nvPr>
        </p:nvSpPr>
        <p:spPr>
          <a:xfrm>
            <a:off x="6094037" y="3454500"/>
            <a:ext cx="2336400" cy="44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grpSp>
        <p:nvGrpSpPr>
          <p:cNvPr id="458" name="Google Shape;458;p13"/>
          <p:cNvGrpSpPr/>
          <p:nvPr/>
        </p:nvGrpSpPr>
        <p:grpSpPr>
          <a:xfrm>
            <a:off x="6844854" y="4668587"/>
            <a:ext cx="1584035" cy="416703"/>
            <a:chOff x="6844854" y="4668587"/>
            <a:chExt cx="1584035" cy="416703"/>
          </a:xfrm>
        </p:grpSpPr>
        <p:sp>
          <p:nvSpPr>
            <p:cNvPr id="459" name="Google Shape;459;p13"/>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0" name="Google Shape;460;p13"/>
            <p:cNvGrpSpPr/>
            <p:nvPr/>
          </p:nvGrpSpPr>
          <p:grpSpPr>
            <a:xfrm>
              <a:off x="8054048" y="4823050"/>
              <a:ext cx="138315" cy="107779"/>
              <a:chOff x="1900456" y="4780923"/>
              <a:chExt cx="138315" cy="107779"/>
            </a:xfrm>
          </p:grpSpPr>
          <p:sp>
            <p:nvSpPr>
              <p:cNvPr id="461" name="Google Shape;461;p13"/>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13"/>
              <p:cNvGrpSpPr/>
              <p:nvPr/>
            </p:nvGrpSpPr>
            <p:grpSpPr>
              <a:xfrm>
                <a:off x="1900456" y="4825827"/>
                <a:ext cx="138315" cy="62875"/>
                <a:chOff x="1900456" y="4825827"/>
                <a:chExt cx="138315" cy="62875"/>
              </a:xfrm>
            </p:grpSpPr>
            <p:sp>
              <p:nvSpPr>
                <p:cNvPr id="463" name="Google Shape;463;p13"/>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3"/>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65" name="Google Shape;465;p13"/>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BLANK_1_2">
    <p:spTree>
      <p:nvGrpSpPr>
        <p:cNvPr id="1" name="Shape 466"/>
        <p:cNvGrpSpPr/>
        <p:nvPr/>
      </p:nvGrpSpPr>
      <p:grpSpPr>
        <a:xfrm>
          <a:off x="0" y="0"/>
          <a:ext cx="0" cy="0"/>
          <a:chOff x="0" y="0"/>
          <a:chExt cx="0" cy="0"/>
        </a:xfrm>
      </p:grpSpPr>
      <p:sp>
        <p:nvSpPr>
          <p:cNvPr id="467" name="Google Shape;467;p14"/>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4"/>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4"/>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70" name="Google Shape;470;p14"/>
          <p:cNvSpPr txBox="1">
            <a:spLocks noGrp="1"/>
          </p:cNvSpPr>
          <p:nvPr>
            <p:ph type="subTitle" idx="1"/>
          </p:nvPr>
        </p:nvSpPr>
        <p:spPr>
          <a:xfrm>
            <a:off x="796200" y="2182873"/>
            <a:ext cx="23364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71" name="Google Shape;471;p14"/>
          <p:cNvSpPr txBox="1">
            <a:spLocks noGrp="1"/>
          </p:cNvSpPr>
          <p:nvPr>
            <p:ph type="subTitle" idx="2"/>
          </p:nvPr>
        </p:nvSpPr>
        <p:spPr>
          <a:xfrm>
            <a:off x="3403800" y="2182873"/>
            <a:ext cx="23364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72" name="Google Shape;472;p14"/>
          <p:cNvSpPr txBox="1">
            <a:spLocks noGrp="1"/>
          </p:cNvSpPr>
          <p:nvPr>
            <p:ph type="subTitle" idx="3"/>
          </p:nvPr>
        </p:nvSpPr>
        <p:spPr>
          <a:xfrm>
            <a:off x="6011400" y="2182872"/>
            <a:ext cx="23364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73" name="Google Shape;473;p14"/>
          <p:cNvSpPr txBox="1">
            <a:spLocks noGrp="1"/>
          </p:cNvSpPr>
          <p:nvPr>
            <p:ph type="subTitle" idx="4"/>
          </p:nvPr>
        </p:nvSpPr>
        <p:spPr>
          <a:xfrm>
            <a:off x="796200" y="3970125"/>
            <a:ext cx="2336400" cy="5775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74" name="Google Shape;474;p14"/>
          <p:cNvSpPr txBox="1">
            <a:spLocks noGrp="1"/>
          </p:cNvSpPr>
          <p:nvPr>
            <p:ph type="subTitle" idx="5"/>
          </p:nvPr>
        </p:nvSpPr>
        <p:spPr>
          <a:xfrm>
            <a:off x="3403800" y="3970125"/>
            <a:ext cx="2336400" cy="5775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75" name="Google Shape;475;p14"/>
          <p:cNvSpPr txBox="1">
            <a:spLocks noGrp="1"/>
          </p:cNvSpPr>
          <p:nvPr>
            <p:ph type="subTitle" idx="6"/>
          </p:nvPr>
        </p:nvSpPr>
        <p:spPr>
          <a:xfrm>
            <a:off x="6011400" y="3970086"/>
            <a:ext cx="2336400" cy="5775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476" name="Google Shape;476;p14"/>
          <p:cNvSpPr txBox="1">
            <a:spLocks noGrp="1"/>
          </p:cNvSpPr>
          <p:nvPr>
            <p:ph type="subTitle" idx="7"/>
          </p:nvPr>
        </p:nvSpPr>
        <p:spPr>
          <a:xfrm>
            <a:off x="791300" y="1515600"/>
            <a:ext cx="2336400" cy="572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77" name="Google Shape;477;p14"/>
          <p:cNvSpPr txBox="1">
            <a:spLocks noGrp="1"/>
          </p:cNvSpPr>
          <p:nvPr>
            <p:ph type="subTitle" idx="8"/>
          </p:nvPr>
        </p:nvSpPr>
        <p:spPr>
          <a:xfrm>
            <a:off x="3403800" y="1515600"/>
            <a:ext cx="2336400" cy="572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78" name="Google Shape;478;p14"/>
          <p:cNvSpPr txBox="1">
            <a:spLocks noGrp="1"/>
          </p:cNvSpPr>
          <p:nvPr>
            <p:ph type="subTitle" idx="9"/>
          </p:nvPr>
        </p:nvSpPr>
        <p:spPr>
          <a:xfrm>
            <a:off x="6016300" y="1515600"/>
            <a:ext cx="2336400" cy="5727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79" name="Google Shape;479;p14"/>
          <p:cNvSpPr txBox="1">
            <a:spLocks noGrp="1"/>
          </p:cNvSpPr>
          <p:nvPr>
            <p:ph type="subTitle" idx="13"/>
          </p:nvPr>
        </p:nvSpPr>
        <p:spPr>
          <a:xfrm>
            <a:off x="791300" y="3304050"/>
            <a:ext cx="2336400" cy="5775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80" name="Google Shape;480;p14"/>
          <p:cNvSpPr txBox="1">
            <a:spLocks noGrp="1"/>
          </p:cNvSpPr>
          <p:nvPr>
            <p:ph type="subTitle" idx="14"/>
          </p:nvPr>
        </p:nvSpPr>
        <p:spPr>
          <a:xfrm>
            <a:off x="3403650" y="3304050"/>
            <a:ext cx="2336400" cy="5775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81" name="Google Shape;481;p14"/>
          <p:cNvSpPr txBox="1">
            <a:spLocks noGrp="1"/>
          </p:cNvSpPr>
          <p:nvPr>
            <p:ph type="subTitle" idx="15"/>
          </p:nvPr>
        </p:nvSpPr>
        <p:spPr>
          <a:xfrm>
            <a:off x="6011400" y="3304000"/>
            <a:ext cx="2336400" cy="5775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82" name="Google Shape;482;p14"/>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3" name="Google Shape;483;p14"/>
          <p:cNvGrpSpPr/>
          <p:nvPr/>
        </p:nvGrpSpPr>
        <p:grpSpPr>
          <a:xfrm>
            <a:off x="4380308" y="177933"/>
            <a:ext cx="201427" cy="210169"/>
            <a:chOff x="5143693" y="188357"/>
            <a:chExt cx="153843" cy="160520"/>
          </a:xfrm>
        </p:grpSpPr>
        <p:sp>
          <p:nvSpPr>
            <p:cNvPr id="484" name="Google Shape;484;p14"/>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4"/>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14"/>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7" name="Google Shape;487;p14"/>
          <p:cNvGrpSpPr/>
          <p:nvPr/>
        </p:nvGrpSpPr>
        <p:grpSpPr>
          <a:xfrm>
            <a:off x="3643773" y="202655"/>
            <a:ext cx="236409" cy="169294"/>
            <a:chOff x="3740546" y="215105"/>
            <a:chExt cx="180561" cy="129301"/>
          </a:xfrm>
        </p:grpSpPr>
        <p:sp>
          <p:nvSpPr>
            <p:cNvPr id="488" name="Google Shape;488;p14"/>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4"/>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4"/>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14"/>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4"/>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3" name="Google Shape;493;p14"/>
          <p:cNvGrpSpPr/>
          <p:nvPr/>
        </p:nvGrpSpPr>
        <p:grpSpPr>
          <a:xfrm>
            <a:off x="8192365" y="205607"/>
            <a:ext cx="236420" cy="186272"/>
            <a:chOff x="8118277" y="187250"/>
            <a:chExt cx="268293" cy="211384"/>
          </a:xfrm>
        </p:grpSpPr>
        <p:sp>
          <p:nvSpPr>
            <p:cNvPr id="494" name="Google Shape;494;p14"/>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4"/>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4"/>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14"/>
          <p:cNvGrpSpPr/>
          <p:nvPr/>
        </p:nvGrpSpPr>
        <p:grpSpPr>
          <a:xfrm>
            <a:off x="715106" y="172001"/>
            <a:ext cx="230574" cy="230597"/>
            <a:chOff x="1869495" y="230908"/>
            <a:chExt cx="117892" cy="117892"/>
          </a:xfrm>
        </p:grpSpPr>
        <p:sp>
          <p:nvSpPr>
            <p:cNvPr id="498" name="Google Shape;498;p14"/>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4"/>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14"/>
          <p:cNvGrpSpPr/>
          <p:nvPr/>
        </p:nvGrpSpPr>
        <p:grpSpPr>
          <a:xfrm>
            <a:off x="715090" y="4722881"/>
            <a:ext cx="2227501" cy="308121"/>
            <a:chOff x="715090" y="4752256"/>
            <a:chExt cx="2227501" cy="308121"/>
          </a:xfrm>
        </p:grpSpPr>
        <p:sp>
          <p:nvSpPr>
            <p:cNvPr id="501" name="Google Shape;501;p14"/>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4"/>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4"/>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4"/>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4"/>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4"/>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7" name="Google Shape;507;p14"/>
            <p:cNvGrpSpPr/>
            <p:nvPr/>
          </p:nvGrpSpPr>
          <p:grpSpPr>
            <a:xfrm>
              <a:off x="2255186" y="4862963"/>
              <a:ext cx="97814" cy="86736"/>
              <a:chOff x="2255186" y="4862963"/>
              <a:chExt cx="97814" cy="86736"/>
            </a:xfrm>
          </p:grpSpPr>
          <p:sp>
            <p:nvSpPr>
              <p:cNvPr id="508" name="Google Shape;508;p14"/>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9" name="Google Shape;509;p14"/>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510" name="Google Shape;510;p14"/>
            <p:cNvGrpSpPr/>
            <p:nvPr/>
          </p:nvGrpSpPr>
          <p:grpSpPr>
            <a:xfrm>
              <a:off x="1767461" y="4862963"/>
              <a:ext cx="122764" cy="86736"/>
              <a:chOff x="1779936" y="4862963"/>
              <a:chExt cx="122764" cy="86736"/>
            </a:xfrm>
          </p:grpSpPr>
          <p:grpSp>
            <p:nvGrpSpPr>
              <p:cNvPr id="511" name="Google Shape;511;p14"/>
              <p:cNvGrpSpPr/>
              <p:nvPr/>
            </p:nvGrpSpPr>
            <p:grpSpPr>
              <a:xfrm>
                <a:off x="1779936" y="4862963"/>
                <a:ext cx="97814" cy="86736"/>
                <a:chOff x="2255186" y="4862963"/>
                <a:chExt cx="97814" cy="86736"/>
              </a:xfrm>
            </p:grpSpPr>
            <p:sp>
              <p:nvSpPr>
                <p:cNvPr id="512" name="Google Shape;512;p14"/>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13" name="Google Shape;513;p14"/>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514" name="Google Shape;514;p14"/>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515" name="Google Shape;515;p14"/>
            <p:cNvGrpSpPr/>
            <p:nvPr/>
          </p:nvGrpSpPr>
          <p:grpSpPr>
            <a:xfrm rot="10800000">
              <a:off x="1308161" y="4862963"/>
              <a:ext cx="97814" cy="86736"/>
              <a:chOff x="2255186" y="4862963"/>
              <a:chExt cx="97814" cy="86736"/>
            </a:xfrm>
          </p:grpSpPr>
          <p:sp>
            <p:nvSpPr>
              <p:cNvPr id="516" name="Google Shape;516;p14"/>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17" name="Google Shape;517;p14"/>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518" name="Google Shape;518;p14"/>
            <p:cNvGrpSpPr/>
            <p:nvPr/>
          </p:nvGrpSpPr>
          <p:grpSpPr>
            <a:xfrm>
              <a:off x="810563" y="4862963"/>
              <a:ext cx="145800" cy="84300"/>
              <a:chOff x="786588" y="4862963"/>
              <a:chExt cx="145800" cy="84300"/>
            </a:xfrm>
          </p:grpSpPr>
          <p:sp>
            <p:nvSpPr>
              <p:cNvPr id="519" name="Google Shape;519;p14"/>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4"/>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 name="Google Shape;521;p14"/>
            <p:cNvGrpSpPr/>
            <p:nvPr/>
          </p:nvGrpSpPr>
          <p:grpSpPr>
            <a:xfrm rot="10800000">
              <a:off x="2703113" y="4865400"/>
              <a:ext cx="145800" cy="84300"/>
              <a:chOff x="786588" y="4862963"/>
              <a:chExt cx="145800" cy="84300"/>
            </a:xfrm>
          </p:grpSpPr>
          <p:sp>
            <p:nvSpPr>
              <p:cNvPr id="522" name="Google Shape;522;p14"/>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4"/>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4" name="Google Shape;524;p14"/>
          <p:cNvGrpSpPr/>
          <p:nvPr/>
        </p:nvGrpSpPr>
        <p:grpSpPr>
          <a:xfrm>
            <a:off x="6844854" y="4668587"/>
            <a:ext cx="1584035" cy="416703"/>
            <a:chOff x="6844854" y="4668587"/>
            <a:chExt cx="1584035" cy="416703"/>
          </a:xfrm>
        </p:grpSpPr>
        <p:sp>
          <p:nvSpPr>
            <p:cNvPr id="525" name="Google Shape;525;p14"/>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6" name="Google Shape;526;p14"/>
            <p:cNvGrpSpPr/>
            <p:nvPr/>
          </p:nvGrpSpPr>
          <p:grpSpPr>
            <a:xfrm>
              <a:off x="8054048" y="4823050"/>
              <a:ext cx="138315" cy="107779"/>
              <a:chOff x="1900456" y="4780923"/>
              <a:chExt cx="138315" cy="107779"/>
            </a:xfrm>
          </p:grpSpPr>
          <p:sp>
            <p:nvSpPr>
              <p:cNvPr id="527" name="Google Shape;527;p14"/>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8" name="Google Shape;528;p14"/>
              <p:cNvGrpSpPr/>
              <p:nvPr/>
            </p:nvGrpSpPr>
            <p:grpSpPr>
              <a:xfrm>
                <a:off x="1900456" y="4825827"/>
                <a:ext cx="138315" cy="62875"/>
                <a:chOff x="1900456" y="4825827"/>
                <a:chExt cx="138315" cy="62875"/>
              </a:xfrm>
            </p:grpSpPr>
            <p:sp>
              <p:nvSpPr>
                <p:cNvPr id="529" name="Google Shape;529;p14"/>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4"/>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31" name="Google Shape;531;p14"/>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32"/>
        <p:cNvGrpSpPr/>
        <p:nvPr/>
      </p:nvGrpSpPr>
      <p:grpSpPr>
        <a:xfrm>
          <a:off x="0" y="0"/>
          <a:ext cx="0" cy="0"/>
          <a:chOff x="0" y="0"/>
          <a:chExt cx="0" cy="0"/>
        </a:xfrm>
      </p:grpSpPr>
      <p:sp>
        <p:nvSpPr>
          <p:cNvPr id="533" name="Google Shape;533;p15"/>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5"/>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5" name="Google Shape;535;p15"/>
          <p:cNvGrpSpPr/>
          <p:nvPr/>
        </p:nvGrpSpPr>
        <p:grpSpPr>
          <a:xfrm>
            <a:off x="715090" y="4722881"/>
            <a:ext cx="2227501" cy="308121"/>
            <a:chOff x="715090" y="4752256"/>
            <a:chExt cx="2227501" cy="308121"/>
          </a:xfrm>
        </p:grpSpPr>
        <p:sp>
          <p:nvSpPr>
            <p:cNvPr id="536" name="Google Shape;536;p15"/>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5"/>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5"/>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5"/>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5"/>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5"/>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2" name="Google Shape;542;p15"/>
            <p:cNvGrpSpPr/>
            <p:nvPr/>
          </p:nvGrpSpPr>
          <p:grpSpPr>
            <a:xfrm>
              <a:off x="2255186" y="4862963"/>
              <a:ext cx="97814" cy="86736"/>
              <a:chOff x="2255186" y="4862963"/>
              <a:chExt cx="97814" cy="86736"/>
            </a:xfrm>
          </p:grpSpPr>
          <p:sp>
            <p:nvSpPr>
              <p:cNvPr id="543" name="Google Shape;543;p15"/>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 name="Google Shape;544;p15"/>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545" name="Google Shape;545;p15"/>
            <p:cNvGrpSpPr/>
            <p:nvPr/>
          </p:nvGrpSpPr>
          <p:grpSpPr>
            <a:xfrm>
              <a:off x="1767461" y="4862963"/>
              <a:ext cx="122764" cy="86736"/>
              <a:chOff x="1779936" y="4862963"/>
              <a:chExt cx="122764" cy="86736"/>
            </a:xfrm>
          </p:grpSpPr>
          <p:grpSp>
            <p:nvGrpSpPr>
              <p:cNvPr id="546" name="Google Shape;546;p15"/>
              <p:cNvGrpSpPr/>
              <p:nvPr/>
            </p:nvGrpSpPr>
            <p:grpSpPr>
              <a:xfrm>
                <a:off x="1779936" y="4862963"/>
                <a:ext cx="97814" cy="86736"/>
                <a:chOff x="2255186" y="4862963"/>
                <a:chExt cx="97814" cy="86736"/>
              </a:xfrm>
            </p:grpSpPr>
            <p:sp>
              <p:nvSpPr>
                <p:cNvPr id="547" name="Google Shape;547;p15"/>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8" name="Google Shape;548;p15"/>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549" name="Google Shape;549;p15"/>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550" name="Google Shape;550;p15"/>
            <p:cNvGrpSpPr/>
            <p:nvPr/>
          </p:nvGrpSpPr>
          <p:grpSpPr>
            <a:xfrm rot="10800000">
              <a:off x="1308161" y="4862963"/>
              <a:ext cx="97814" cy="86736"/>
              <a:chOff x="2255186" y="4862963"/>
              <a:chExt cx="97814" cy="86736"/>
            </a:xfrm>
          </p:grpSpPr>
          <p:sp>
            <p:nvSpPr>
              <p:cNvPr id="551" name="Google Shape;551;p15"/>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52" name="Google Shape;552;p15"/>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553" name="Google Shape;553;p15"/>
            <p:cNvGrpSpPr/>
            <p:nvPr/>
          </p:nvGrpSpPr>
          <p:grpSpPr>
            <a:xfrm>
              <a:off x="810563" y="4862963"/>
              <a:ext cx="145800" cy="84300"/>
              <a:chOff x="786588" y="4862963"/>
              <a:chExt cx="145800" cy="84300"/>
            </a:xfrm>
          </p:grpSpPr>
          <p:sp>
            <p:nvSpPr>
              <p:cNvPr id="554" name="Google Shape;554;p15"/>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5"/>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15"/>
            <p:cNvGrpSpPr/>
            <p:nvPr/>
          </p:nvGrpSpPr>
          <p:grpSpPr>
            <a:xfrm rot="10800000">
              <a:off x="2703113" y="4865400"/>
              <a:ext cx="145800" cy="84300"/>
              <a:chOff x="786588" y="4862963"/>
              <a:chExt cx="145800" cy="84300"/>
            </a:xfrm>
          </p:grpSpPr>
          <p:sp>
            <p:nvSpPr>
              <p:cNvPr id="557" name="Google Shape;557;p15"/>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5"/>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9" name="Google Shape;559;p15"/>
          <p:cNvSpPr txBox="1">
            <a:spLocks noGrp="1"/>
          </p:cNvSpPr>
          <p:nvPr>
            <p:ph type="title"/>
          </p:nvPr>
        </p:nvSpPr>
        <p:spPr>
          <a:xfrm>
            <a:off x="1345350" y="3148875"/>
            <a:ext cx="4563900" cy="5319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2800">
                <a:solidFill>
                  <a:schemeClr val="l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60" name="Google Shape;560;p15"/>
          <p:cNvSpPr txBox="1">
            <a:spLocks noGrp="1"/>
          </p:cNvSpPr>
          <p:nvPr>
            <p:ph type="subTitle" idx="1"/>
          </p:nvPr>
        </p:nvSpPr>
        <p:spPr>
          <a:xfrm>
            <a:off x="1345350" y="1408575"/>
            <a:ext cx="6453300" cy="1740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500"/>
              <a:buNone/>
              <a:defRPr sz="28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561" name="Google Shape;561;p15"/>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2" name="Google Shape;562;p15"/>
          <p:cNvGrpSpPr/>
          <p:nvPr/>
        </p:nvGrpSpPr>
        <p:grpSpPr>
          <a:xfrm>
            <a:off x="4380308" y="177933"/>
            <a:ext cx="201427" cy="210169"/>
            <a:chOff x="5143693" y="188357"/>
            <a:chExt cx="153843" cy="160520"/>
          </a:xfrm>
        </p:grpSpPr>
        <p:sp>
          <p:nvSpPr>
            <p:cNvPr id="563" name="Google Shape;563;p15"/>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5"/>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 name="Google Shape;565;p15"/>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6" name="Google Shape;566;p15"/>
          <p:cNvGrpSpPr/>
          <p:nvPr/>
        </p:nvGrpSpPr>
        <p:grpSpPr>
          <a:xfrm>
            <a:off x="3643773" y="202655"/>
            <a:ext cx="236409" cy="169294"/>
            <a:chOff x="3740546" y="215105"/>
            <a:chExt cx="180561" cy="129301"/>
          </a:xfrm>
        </p:grpSpPr>
        <p:sp>
          <p:nvSpPr>
            <p:cNvPr id="567" name="Google Shape;567;p15"/>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5"/>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5"/>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0" name="Google Shape;570;p15"/>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5"/>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2" name="Google Shape;572;p15"/>
          <p:cNvGrpSpPr/>
          <p:nvPr/>
        </p:nvGrpSpPr>
        <p:grpSpPr>
          <a:xfrm>
            <a:off x="8192365" y="205607"/>
            <a:ext cx="236420" cy="186272"/>
            <a:chOff x="8118277" y="187250"/>
            <a:chExt cx="268293" cy="211384"/>
          </a:xfrm>
        </p:grpSpPr>
        <p:sp>
          <p:nvSpPr>
            <p:cNvPr id="573" name="Google Shape;573;p15"/>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5"/>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5"/>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 name="Google Shape;576;p15"/>
          <p:cNvGrpSpPr/>
          <p:nvPr/>
        </p:nvGrpSpPr>
        <p:grpSpPr>
          <a:xfrm>
            <a:off x="715106" y="172001"/>
            <a:ext cx="230574" cy="230597"/>
            <a:chOff x="1869495" y="230908"/>
            <a:chExt cx="117892" cy="117892"/>
          </a:xfrm>
        </p:grpSpPr>
        <p:sp>
          <p:nvSpPr>
            <p:cNvPr id="577" name="Google Shape;577;p15"/>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5"/>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15"/>
          <p:cNvGrpSpPr/>
          <p:nvPr/>
        </p:nvGrpSpPr>
        <p:grpSpPr>
          <a:xfrm>
            <a:off x="6844854" y="4668587"/>
            <a:ext cx="1584035" cy="416703"/>
            <a:chOff x="6844854" y="4668587"/>
            <a:chExt cx="1584035" cy="416703"/>
          </a:xfrm>
        </p:grpSpPr>
        <p:sp>
          <p:nvSpPr>
            <p:cNvPr id="580" name="Google Shape;580;p15"/>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1" name="Google Shape;581;p15"/>
            <p:cNvGrpSpPr/>
            <p:nvPr/>
          </p:nvGrpSpPr>
          <p:grpSpPr>
            <a:xfrm>
              <a:off x="8054048" y="4823050"/>
              <a:ext cx="138315" cy="107779"/>
              <a:chOff x="1900456" y="4780923"/>
              <a:chExt cx="138315" cy="107779"/>
            </a:xfrm>
          </p:grpSpPr>
          <p:sp>
            <p:nvSpPr>
              <p:cNvPr id="582" name="Google Shape;582;p15"/>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3" name="Google Shape;583;p15"/>
              <p:cNvGrpSpPr/>
              <p:nvPr/>
            </p:nvGrpSpPr>
            <p:grpSpPr>
              <a:xfrm>
                <a:off x="1900456" y="4825827"/>
                <a:ext cx="138315" cy="62875"/>
                <a:chOff x="1900456" y="4825827"/>
                <a:chExt cx="138315" cy="62875"/>
              </a:xfrm>
            </p:grpSpPr>
            <p:sp>
              <p:nvSpPr>
                <p:cNvPr id="584" name="Google Shape;584;p15"/>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5"/>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86" name="Google Shape;586;p15"/>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587"/>
        <p:cNvGrpSpPr/>
        <p:nvPr/>
      </p:nvGrpSpPr>
      <p:grpSpPr>
        <a:xfrm>
          <a:off x="0" y="0"/>
          <a:ext cx="0" cy="0"/>
          <a:chOff x="0" y="0"/>
          <a:chExt cx="0" cy="0"/>
        </a:xfrm>
      </p:grpSpPr>
      <p:sp>
        <p:nvSpPr>
          <p:cNvPr id="588" name="Google Shape;588;p16"/>
          <p:cNvSpPr txBox="1">
            <a:spLocks noGrp="1"/>
          </p:cNvSpPr>
          <p:nvPr>
            <p:ph type="subTitle" idx="1"/>
          </p:nvPr>
        </p:nvSpPr>
        <p:spPr>
          <a:xfrm>
            <a:off x="720000" y="2400725"/>
            <a:ext cx="3628200" cy="9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89" name="Google Shape;589;p16"/>
          <p:cNvSpPr txBox="1">
            <a:spLocks noGrp="1"/>
          </p:cNvSpPr>
          <p:nvPr>
            <p:ph type="title"/>
          </p:nvPr>
        </p:nvSpPr>
        <p:spPr>
          <a:xfrm>
            <a:off x="720000" y="1573925"/>
            <a:ext cx="3628200" cy="826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3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90" name="Google Shape;590;p16"/>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6"/>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2" name="Google Shape;592;p16"/>
          <p:cNvGrpSpPr/>
          <p:nvPr/>
        </p:nvGrpSpPr>
        <p:grpSpPr>
          <a:xfrm>
            <a:off x="715090" y="4722881"/>
            <a:ext cx="2227501" cy="308121"/>
            <a:chOff x="715090" y="4752256"/>
            <a:chExt cx="2227501" cy="308121"/>
          </a:xfrm>
        </p:grpSpPr>
        <p:sp>
          <p:nvSpPr>
            <p:cNvPr id="593" name="Google Shape;593;p16"/>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6"/>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6"/>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6"/>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6"/>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6"/>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9" name="Google Shape;599;p16"/>
            <p:cNvGrpSpPr/>
            <p:nvPr/>
          </p:nvGrpSpPr>
          <p:grpSpPr>
            <a:xfrm>
              <a:off x="2255186" y="4862963"/>
              <a:ext cx="97814" cy="86736"/>
              <a:chOff x="2255186" y="4862963"/>
              <a:chExt cx="97814" cy="86736"/>
            </a:xfrm>
          </p:grpSpPr>
          <p:sp>
            <p:nvSpPr>
              <p:cNvPr id="600" name="Google Shape;600;p16"/>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1" name="Google Shape;601;p16"/>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602" name="Google Shape;602;p16"/>
            <p:cNvGrpSpPr/>
            <p:nvPr/>
          </p:nvGrpSpPr>
          <p:grpSpPr>
            <a:xfrm>
              <a:off x="1767461" y="4862963"/>
              <a:ext cx="122764" cy="86736"/>
              <a:chOff x="1779936" y="4862963"/>
              <a:chExt cx="122764" cy="86736"/>
            </a:xfrm>
          </p:grpSpPr>
          <p:grpSp>
            <p:nvGrpSpPr>
              <p:cNvPr id="603" name="Google Shape;603;p16"/>
              <p:cNvGrpSpPr/>
              <p:nvPr/>
            </p:nvGrpSpPr>
            <p:grpSpPr>
              <a:xfrm>
                <a:off x="1779936" y="4862963"/>
                <a:ext cx="97814" cy="86736"/>
                <a:chOff x="2255186" y="4862963"/>
                <a:chExt cx="97814" cy="86736"/>
              </a:xfrm>
            </p:grpSpPr>
            <p:sp>
              <p:nvSpPr>
                <p:cNvPr id="604" name="Google Shape;604;p16"/>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5" name="Google Shape;605;p16"/>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606" name="Google Shape;606;p16"/>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607" name="Google Shape;607;p16"/>
            <p:cNvGrpSpPr/>
            <p:nvPr/>
          </p:nvGrpSpPr>
          <p:grpSpPr>
            <a:xfrm rot="10800000">
              <a:off x="1308161" y="4862963"/>
              <a:ext cx="97814" cy="86736"/>
              <a:chOff x="2255186" y="4862963"/>
              <a:chExt cx="97814" cy="86736"/>
            </a:xfrm>
          </p:grpSpPr>
          <p:sp>
            <p:nvSpPr>
              <p:cNvPr id="608" name="Google Shape;608;p16"/>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9" name="Google Shape;609;p16"/>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610" name="Google Shape;610;p16"/>
            <p:cNvGrpSpPr/>
            <p:nvPr/>
          </p:nvGrpSpPr>
          <p:grpSpPr>
            <a:xfrm>
              <a:off x="810563" y="4862963"/>
              <a:ext cx="145800" cy="84300"/>
              <a:chOff x="786588" y="4862963"/>
              <a:chExt cx="145800" cy="84300"/>
            </a:xfrm>
          </p:grpSpPr>
          <p:sp>
            <p:nvSpPr>
              <p:cNvPr id="611" name="Google Shape;611;p16"/>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6"/>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16"/>
            <p:cNvGrpSpPr/>
            <p:nvPr/>
          </p:nvGrpSpPr>
          <p:grpSpPr>
            <a:xfrm rot="10800000">
              <a:off x="2703113" y="4865400"/>
              <a:ext cx="145800" cy="84300"/>
              <a:chOff x="786588" y="4862963"/>
              <a:chExt cx="145800" cy="84300"/>
            </a:xfrm>
          </p:grpSpPr>
          <p:sp>
            <p:nvSpPr>
              <p:cNvPr id="614" name="Google Shape;614;p16"/>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6"/>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16" name="Google Shape;616;p16"/>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7" name="Google Shape;617;p16"/>
          <p:cNvGrpSpPr/>
          <p:nvPr/>
        </p:nvGrpSpPr>
        <p:grpSpPr>
          <a:xfrm>
            <a:off x="4380308" y="177933"/>
            <a:ext cx="201427" cy="210169"/>
            <a:chOff x="5143693" y="188357"/>
            <a:chExt cx="153843" cy="160520"/>
          </a:xfrm>
        </p:grpSpPr>
        <p:sp>
          <p:nvSpPr>
            <p:cNvPr id="618" name="Google Shape;618;p16"/>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6"/>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0" name="Google Shape;620;p16"/>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16"/>
          <p:cNvGrpSpPr/>
          <p:nvPr/>
        </p:nvGrpSpPr>
        <p:grpSpPr>
          <a:xfrm>
            <a:off x="3643773" y="202655"/>
            <a:ext cx="236409" cy="169294"/>
            <a:chOff x="3740546" y="215105"/>
            <a:chExt cx="180561" cy="129301"/>
          </a:xfrm>
        </p:grpSpPr>
        <p:sp>
          <p:nvSpPr>
            <p:cNvPr id="622" name="Google Shape;622;p16"/>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6"/>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6"/>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5" name="Google Shape;625;p16"/>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6"/>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7" name="Google Shape;627;p16"/>
          <p:cNvGrpSpPr/>
          <p:nvPr/>
        </p:nvGrpSpPr>
        <p:grpSpPr>
          <a:xfrm>
            <a:off x="8192365" y="205607"/>
            <a:ext cx="236420" cy="186272"/>
            <a:chOff x="8118277" y="187250"/>
            <a:chExt cx="268293" cy="211384"/>
          </a:xfrm>
        </p:grpSpPr>
        <p:sp>
          <p:nvSpPr>
            <p:cNvPr id="628" name="Google Shape;628;p16"/>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6"/>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6"/>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 name="Google Shape;631;p16"/>
          <p:cNvGrpSpPr/>
          <p:nvPr/>
        </p:nvGrpSpPr>
        <p:grpSpPr>
          <a:xfrm>
            <a:off x="715106" y="172001"/>
            <a:ext cx="230574" cy="230597"/>
            <a:chOff x="1869495" y="230908"/>
            <a:chExt cx="117892" cy="117892"/>
          </a:xfrm>
        </p:grpSpPr>
        <p:sp>
          <p:nvSpPr>
            <p:cNvPr id="632" name="Google Shape;632;p16"/>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6"/>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 name="Google Shape;634;p16"/>
          <p:cNvGrpSpPr/>
          <p:nvPr/>
        </p:nvGrpSpPr>
        <p:grpSpPr>
          <a:xfrm>
            <a:off x="6844854" y="4668587"/>
            <a:ext cx="1584035" cy="416703"/>
            <a:chOff x="6844854" y="4668587"/>
            <a:chExt cx="1584035" cy="416703"/>
          </a:xfrm>
        </p:grpSpPr>
        <p:sp>
          <p:nvSpPr>
            <p:cNvPr id="635" name="Google Shape;635;p16"/>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6" name="Google Shape;636;p16"/>
            <p:cNvGrpSpPr/>
            <p:nvPr/>
          </p:nvGrpSpPr>
          <p:grpSpPr>
            <a:xfrm>
              <a:off x="8054048" y="4823050"/>
              <a:ext cx="138315" cy="107779"/>
              <a:chOff x="1900456" y="4780923"/>
              <a:chExt cx="138315" cy="107779"/>
            </a:xfrm>
          </p:grpSpPr>
          <p:sp>
            <p:nvSpPr>
              <p:cNvPr id="637" name="Google Shape;637;p16"/>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8" name="Google Shape;638;p16"/>
              <p:cNvGrpSpPr/>
              <p:nvPr/>
            </p:nvGrpSpPr>
            <p:grpSpPr>
              <a:xfrm>
                <a:off x="1900456" y="4825827"/>
                <a:ext cx="138315" cy="62875"/>
                <a:chOff x="1900456" y="4825827"/>
                <a:chExt cx="138315" cy="62875"/>
              </a:xfrm>
            </p:grpSpPr>
            <p:sp>
              <p:nvSpPr>
                <p:cNvPr id="639" name="Google Shape;639;p16"/>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6"/>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41" name="Google Shape;641;p16"/>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642"/>
        <p:cNvGrpSpPr/>
        <p:nvPr/>
      </p:nvGrpSpPr>
      <p:grpSpPr>
        <a:xfrm>
          <a:off x="0" y="0"/>
          <a:ext cx="0" cy="0"/>
          <a:chOff x="0" y="0"/>
          <a:chExt cx="0" cy="0"/>
        </a:xfrm>
      </p:grpSpPr>
      <p:sp>
        <p:nvSpPr>
          <p:cNvPr id="643" name="Google Shape;643;p17"/>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7"/>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7"/>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6" name="Google Shape;646;p17"/>
          <p:cNvGrpSpPr/>
          <p:nvPr/>
        </p:nvGrpSpPr>
        <p:grpSpPr>
          <a:xfrm>
            <a:off x="4380308" y="177933"/>
            <a:ext cx="201427" cy="210169"/>
            <a:chOff x="5143693" y="188357"/>
            <a:chExt cx="153843" cy="160520"/>
          </a:xfrm>
        </p:grpSpPr>
        <p:sp>
          <p:nvSpPr>
            <p:cNvPr id="647" name="Google Shape;647;p17"/>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7"/>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9" name="Google Shape;649;p17"/>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0" name="Google Shape;650;p17"/>
          <p:cNvGrpSpPr/>
          <p:nvPr/>
        </p:nvGrpSpPr>
        <p:grpSpPr>
          <a:xfrm>
            <a:off x="3643773" y="202655"/>
            <a:ext cx="236409" cy="169294"/>
            <a:chOff x="3740546" y="215105"/>
            <a:chExt cx="180561" cy="129301"/>
          </a:xfrm>
        </p:grpSpPr>
        <p:sp>
          <p:nvSpPr>
            <p:cNvPr id="651" name="Google Shape;651;p17"/>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7"/>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7"/>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4" name="Google Shape;654;p17"/>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7"/>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656;p17"/>
          <p:cNvGrpSpPr/>
          <p:nvPr/>
        </p:nvGrpSpPr>
        <p:grpSpPr>
          <a:xfrm>
            <a:off x="8192365" y="205607"/>
            <a:ext cx="236420" cy="186272"/>
            <a:chOff x="8118277" y="187250"/>
            <a:chExt cx="268293" cy="211384"/>
          </a:xfrm>
        </p:grpSpPr>
        <p:sp>
          <p:nvSpPr>
            <p:cNvPr id="657" name="Google Shape;657;p17"/>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7"/>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7"/>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 name="Google Shape;660;p17"/>
          <p:cNvGrpSpPr/>
          <p:nvPr/>
        </p:nvGrpSpPr>
        <p:grpSpPr>
          <a:xfrm>
            <a:off x="715106" y="172001"/>
            <a:ext cx="230574" cy="230597"/>
            <a:chOff x="1869495" y="230908"/>
            <a:chExt cx="117892" cy="117892"/>
          </a:xfrm>
        </p:grpSpPr>
        <p:sp>
          <p:nvSpPr>
            <p:cNvPr id="661" name="Google Shape;661;p17"/>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7"/>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 name="Google Shape;663;p17"/>
          <p:cNvGrpSpPr/>
          <p:nvPr/>
        </p:nvGrpSpPr>
        <p:grpSpPr>
          <a:xfrm>
            <a:off x="715090" y="4722881"/>
            <a:ext cx="2227501" cy="308121"/>
            <a:chOff x="715090" y="4752256"/>
            <a:chExt cx="2227501" cy="308121"/>
          </a:xfrm>
        </p:grpSpPr>
        <p:sp>
          <p:nvSpPr>
            <p:cNvPr id="664" name="Google Shape;664;p17"/>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7"/>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7"/>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7"/>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7"/>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7"/>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0" name="Google Shape;670;p17"/>
            <p:cNvGrpSpPr/>
            <p:nvPr/>
          </p:nvGrpSpPr>
          <p:grpSpPr>
            <a:xfrm>
              <a:off x="2255186" y="4862963"/>
              <a:ext cx="97814" cy="86736"/>
              <a:chOff x="2255186" y="4862963"/>
              <a:chExt cx="97814" cy="86736"/>
            </a:xfrm>
          </p:grpSpPr>
          <p:sp>
            <p:nvSpPr>
              <p:cNvPr id="671" name="Google Shape;671;p17"/>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2" name="Google Shape;672;p17"/>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673" name="Google Shape;673;p17"/>
            <p:cNvGrpSpPr/>
            <p:nvPr/>
          </p:nvGrpSpPr>
          <p:grpSpPr>
            <a:xfrm>
              <a:off x="1767461" y="4862963"/>
              <a:ext cx="122764" cy="86736"/>
              <a:chOff x="1779936" y="4862963"/>
              <a:chExt cx="122764" cy="86736"/>
            </a:xfrm>
          </p:grpSpPr>
          <p:grpSp>
            <p:nvGrpSpPr>
              <p:cNvPr id="674" name="Google Shape;674;p17"/>
              <p:cNvGrpSpPr/>
              <p:nvPr/>
            </p:nvGrpSpPr>
            <p:grpSpPr>
              <a:xfrm>
                <a:off x="1779936" y="4862963"/>
                <a:ext cx="97814" cy="86736"/>
                <a:chOff x="2255186" y="4862963"/>
                <a:chExt cx="97814" cy="86736"/>
              </a:xfrm>
            </p:grpSpPr>
            <p:sp>
              <p:nvSpPr>
                <p:cNvPr id="675" name="Google Shape;675;p17"/>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6" name="Google Shape;676;p17"/>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677" name="Google Shape;677;p17"/>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678" name="Google Shape;678;p17"/>
            <p:cNvGrpSpPr/>
            <p:nvPr/>
          </p:nvGrpSpPr>
          <p:grpSpPr>
            <a:xfrm rot="10800000">
              <a:off x="1308161" y="4862963"/>
              <a:ext cx="97814" cy="86736"/>
              <a:chOff x="2255186" y="4862963"/>
              <a:chExt cx="97814" cy="86736"/>
            </a:xfrm>
          </p:grpSpPr>
          <p:sp>
            <p:nvSpPr>
              <p:cNvPr id="679" name="Google Shape;679;p17"/>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80" name="Google Shape;680;p17"/>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681" name="Google Shape;681;p17"/>
            <p:cNvGrpSpPr/>
            <p:nvPr/>
          </p:nvGrpSpPr>
          <p:grpSpPr>
            <a:xfrm>
              <a:off x="810563" y="4862963"/>
              <a:ext cx="145800" cy="84300"/>
              <a:chOff x="786588" y="4862963"/>
              <a:chExt cx="145800" cy="84300"/>
            </a:xfrm>
          </p:grpSpPr>
          <p:sp>
            <p:nvSpPr>
              <p:cNvPr id="682" name="Google Shape;682;p17"/>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7"/>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 name="Google Shape;684;p17"/>
            <p:cNvGrpSpPr/>
            <p:nvPr/>
          </p:nvGrpSpPr>
          <p:grpSpPr>
            <a:xfrm rot="10800000">
              <a:off x="2703113" y="4865400"/>
              <a:ext cx="145800" cy="84300"/>
              <a:chOff x="786588" y="4862963"/>
              <a:chExt cx="145800" cy="84300"/>
            </a:xfrm>
          </p:grpSpPr>
          <p:sp>
            <p:nvSpPr>
              <p:cNvPr id="685" name="Google Shape;685;p17"/>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7"/>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87" name="Google Shape;687;p17"/>
          <p:cNvSpPr txBox="1">
            <a:spLocks noGrp="1"/>
          </p:cNvSpPr>
          <p:nvPr>
            <p:ph type="subTitle" idx="1"/>
          </p:nvPr>
        </p:nvSpPr>
        <p:spPr>
          <a:xfrm>
            <a:off x="1627825" y="1648425"/>
            <a:ext cx="4544400" cy="579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a:endParaRPr/>
          </a:p>
        </p:txBody>
      </p:sp>
      <p:sp>
        <p:nvSpPr>
          <p:cNvPr id="688" name="Google Shape;688;p17"/>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9" name="Google Shape;689;p17"/>
          <p:cNvSpPr txBox="1">
            <a:spLocks noGrp="1"/>
          </p:cNvSpPr>
          <p:nvPr>
            <p:ph type="subTitle" idx="2"/>
          </p:nvPr>
        </p:nvSpPr>
        <p:spPr>
          <a:xfrm>
            <a:off x="1627825" y="1233575"/>
            <a:ext cx="4544400" cy="4149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a:endParaRPr/>
          </a:p>
        </p:txBody>
      </p:sp>
      <p:sp>
        <p:nvSpPr>
          <p:cNvPr id="690" name="Google Shape;690;p17"/>
          <p:cNvSpPr txBox="1">
            <a:spLocks noGrp="1"/>
          </p:cNvSpPr>
          <p:nvPr>
            <p:ph type="subTitle" idx="3"/>
          </p:nvPr>
        </p:nvSpPr>
        <p:spPr>
          <a:xfrm>
            <a:off x="2835950" y="2776525"/>
            <a:ext cx="4544100" cy="5790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160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a:endParaRPr/>
          </a:p>
        </p:txBody>
      </p:sp>
      <p:sp>
        <p:nvSpPr>
          <p:cNvPr id="691" name="Google Shape;691;p17"/>
          <p:cNvSpPr txBox="1">
            <a:spLocks noGrp="1"/>
          </p:cNvSpPr>
          <p:nvPr>
            <p:ph type="subTitle" idx="4"/>
          </p:nvPr>
        </p:nvSpPr>
        <p:spPr>
          <a:xfrm>
            <a:off x="2836105" y="2361675"/>
            <a:ext cx="4544100" cy="414900"/>
          </a:xfrm>
          <a:prstGeom prst="rect">
            <a:avLst/>
          </a:prstGeom>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a:endParaRPr/>
          </a:p>
        </p:txBody>
      </p:sp>
      <p:sp>
        <p:nvSpPr>
          <p:cNvPr id="692" name="Google Shape;692;p17"/>
          <p:cNvSpPr txBox="1">
            <a:spLocks noGrp="1"/>
          </p:cNvSpPr>
          <p:nvPr>
            <p:ph type="subTitle" idx="5"/>
          </p:nvPr>
        </p:nvSpPr>
        <p:spPr>
          <a:xfrm>
            <a:off x="1627825" y="3900450"/>
            <a:ext cx="4544400" cy="579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160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a:endParaRPr/>
          </a:p>
        </p:txBody>
      </p:sp>
      <p:sp>
        <p:nvSpPr>
          <p:cNvPr id="693" name="Google Shape;693;p17"/>
          <p:cNvSpPr txBox="1">
            <a:spLocks noGrp="1"/>
          </p:cNvSpPr>
          <p:nvPr>
            <p:ph type="subTitle" idx="6"/>
          </p:nvPr>
        </p:nvSpPr>
        <p:spPr>
          <a:xfrm>
            <a:off x="1627825" y="3485600"/>
            <a:ext cx="4544400" cy="4149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a:endParaRPr/>
          </a:p>
        </p:txBody>
      </p:sp>
      <p:grpSp>
        <p:nvGrpSpPr>
          <p:cNvPr id="694" name="Google Shape;694;p17"/>
          <p:cNvGrpSpPr/>
          <p:nvPr/>
        </p:nvGrpSpPr>
        <p:grpSpPr>
          <a:xfrm>
            <a:off x="6844854" y="4668587"/>
            <a:ext cx="1584035" cy="416703"/>
            <a:chOff x="6844854" y="4668587"/>
            <a:chExt cx="1584035" cy="416703"/>
          </a:xfrm>
        </p:grpSpPr>
        <p:sp>
          <p:nvSpPr>
            <p:cNvPr id="695" name="Google Shape;695;p17"/>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6" name="Google Shape;696;p17"/>
            <p:cNvGrpSpPr/>
            <p:nvPr/>
          </p:nvGrpSpPr>
          <p:grpSpPr>
            <a:xfrm>
              <a:off x="8054048" y="4823050"/>
              <a:ext cx="138315" cy="107779"/>
              <a:chOff x="1900456" y="4780923"/>
              <a:chExt cx="138315" cy="107779"/>
            </a:xfrm>
          </p:grpSpPr>
          <p:sp>
            <p:nvSpPr>
              <p:cNvPr id="697" name="Google Shape;697;p17"/>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8" name="Google Shape;698;p17"/>
              <p:cNvGrpSpPr/>
              <p:nvPr/>
            </p:nvGrpSpPr>
            <p:grpSpPr>
              <a:xfrm>
                <a:off x="1900456" y="4825827"/>
                <a:ext cx="138315" cy="62875"/>
                <a:chOff x="1900456" y="4825827"/>
                <a:chExt cx="138315" cy="62875"/>
              </a:xfrm>
            </p:grpSpPr>
            <p:sp>
              <p:nvSpPr>
                <p:cNvPr id="699" name="Google Shape;699;p17"/>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7"/>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1" name="Google Shape;701;p17"/>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2">
  <p:cSld name="BLANK_1_1_1_2_2">
    <p:spTree>
      <p:nvGrpSpPr>
        <p:cNvPr id="1" name="Shape 702"/>
        <p:cNvGrpSpPr/>
        <p:nvPr/>
      </p:nvGrpSpPr>
      <p:grpSpPr>
        <a:xfrm>
          <a:off x="0" y="0"/>
          <a:ext cx="0" cy="0"/>
          <a:chOff x="0" y="0"/>
          <a:chExt cx="0" cy="0"/>
        </a:xfrm>
      </p:grpSpPr>
      <p:sp>
        <p:nvSpPr>
          <p:cNvPr id="703" name="Google Shape;703;p18"/>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8"/>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8"/>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6" name="Google Shape;706;p18"/>
          <p:cNvGrpSpPr/>
          <p:nvPr/>
        </p:nvGrpSpPr>
        <p:grpSpPr>
          <a:xfrm>
            <a:off x="4380308" y="177933"/>
            <a:ext cx="201427" cy="210169"/>
            <a:chOff x="5143693" y="188357"/>
            <a:chExt cx="153843" cy="160520"/>
          </a:xfrm>
        </p:grpSpPr>
        <p:sp>
          <p:nvSpPr>
            <p:cNvPr id="707" name="Google Shape;707;p18"/>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8"/>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 name="Google Shape;709;p18"/>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0" name="Google Shape;710;p18"/>
          <p:cNvGrpSpPr/>
          <p:nvPr/>
        </p:nvGrpSpPr>
        <p:grpSpPr>
          <a:xfrm>
            <a:off x="3643773" y="202655"/>
            <a:ext cx="236409" cy="169294"/>
            <a:chOff x="3740546" y="215105"/>
            <a:chExt cx="180561" cy="129301"/>
          </a:xfrm>
        </p:grpSpPr>
        <p:sp>
          <p:nvSpPr>
            <p:cNvPr id="711" name="Google Shape;711;p18"/>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8"/>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8"/>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4" name="Google Shape;714;p18"/>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8"/>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6" name="Google Shape;716;p18"/>
          <p:cNvGrpSpPr/>
          <p:nvPr/>
        </p:nvGrpSpPr>
        <p:grpSpPr>
          <a:xfrm>
            <a:off x="8192365" y="205607"/>
            <a:ext cx="236420" cy="186272"/>
            <a:chOff x="8118277" y="187250"/>
            <a:chExt cx="268293" cy="211384"/>
          </a:xfrm>
        </p:grpSpPr>
        <p:sp>
          <p:nvSpPr>
            <p:cNvPr id="717" name="Google Shape;717;p18"/>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8"/>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8"/>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 name="Google Shape;720;p18"/>
          <p:cNvGrpSpPr/>
          <p:nvPr/>
        </p:nvGrpSpPr>
        <p:grpSpPr>
          <a:xfrm>
            <a:off x="715106" y="172001"/>
            <a:ext cx="230574" cy="230597"/>
            <a:chOff x="1869495" y="230908"/>
            <a:chExt cx="117892" cy="117892"/>
          </a:xfrm>
        </p:grpSpPr>
        <p:sp>
          <p:nvSpPr>
            <p:cNvPr id="721" name="Google Shape;721;p18"/>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8"/>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 name="Google Shape;723;p18"/>
          <p:cNvGrpSpPr/>
          <p:nvPr/>
        </p:nvGrpSpPr>
        <p:grpSpPr>
          <a:xfrm>
            <a:off x="715090" y="4722881"/>
            <a:ext cx="2227501" cy="308121"/>
            <a:chOff x="715090" y="4752256"/>
            <a:chExt cx="2227501" cy="308121"/>
          </a:xfrm>
        </p:grpSpPr>
        <p:sp>
          <p:nvSpPr>
            <p:cNvPr id="724" name="Google Shape;724;p18"/>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8"/>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8"/>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8"/>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8"/>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8"/>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0" name="Google Shape;730;p18"/>
            <p:cNvGrpSpPr/>
            <p:nvPr/>
          </p:nvGrpSpPr>
          <p:grpSpPr>
            <a:xfrm>
              <a:off x="2255186" y="4862963"/>
              <a:ext cx="97814" cy="86736"/>
              <a:chOff x="2255186" y="4862963"/>
              <a:chExt cx="97814" cy="86736"/>
            </a:xfrm>
          </p:grpSpPr>
          <p:sp>
            <p:nvSpPr>
              <p:cNvPr id="731" name="Google Shape;731;p18"/>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2" name="Google Shape;732;p18"/>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733" name="Google Shape;733;p18"/>
            <p:cNvGrpSpPr/>
            <p:nvPr/>
          </p:nvGrpSpPr>
          <p:grpSpPr>
            <a:xfrm>
              <a:off x="1767461" y="4862963"/>
              <a:ext cx="122764" cy="86736"/>
              <a:chOff x="1779936" y="4862963"/>
              <a:chExt cx="122764" cy="86736"/>
            </a:xfrm>
          </p:grpSpPr>
          <p:grpSp>
            <p:nvGrpSpPr>
              <p:cNvPr id="734" name="Google Shape;734;p18"/>
              <p:cNvGrpSpPr/>
              <p:nvPr/>
            </p:nvGrpSpPr>
            <p:grpSpPr>
              <a:xfrm>
                <a:off x="1779936" y="4862963"/>
                <a:ext cx="97814" cy="86736"/>
                <a:chOff x="2255186" y="4862963"/>
                <a:chExt cx="97814" cy="86736"/>
              </a:xfrm>
            </p:grpSpPr>
            <p:sp>
              <p:nvSpPr>
                <p:cNvPr id="735" name="Google Shape;735;p18"/>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6" name="Google Shape;736;p18"/>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737" name="Google Shape;737;p18"/>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738" name="Google Shape;738;p18"/>
            <p:cNvGrpSpPr/>
            <p:nvPr/>
          </p:nvGrpSpPr>
          <p:grpSpPr>
            <a:xfrm rot="10800000">
              <a:off x="1308161" y="4862963"/>
              <a:ext cx="97814" cy="86736"/>
              <a:chOff x="2255186" y="4862963"/>
              <a:chExt cx="97814" cy="86736"/>
            </a:xfrm>
          </p:grpSpPr>
          <p:sp>
            <p:nvSpPr>
              <p:cNvPr id="739" name="Google Shape;739;p18"/>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40" name="Google Shape;740;p18"/>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741" name="Google Shape;741;p18"/>
            <p:cNvGrpSpPr/>
            <p:nvPr/>
          </p:nvGrpSpPr>
          <p:grpSpPr>
            <a:xfrm>
              <a:off x="810563" y="4862963"/>
              <a:ext cx="145800" cy="84300"/>
              <a:chOff x="786588" y="4862963"/>
              <a:chExt cx="145800" cy="84300"/>
            </a:xfrm>
          </p:grpSpPr>
          <p:sp>
            <p:nvSpPr>
              <p:cNvPr id="742" name="Google Shape;742;p18"/>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8"/>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 name="Google Shape;744;p18"/>
            <p:cNvGrpSpPr/>
            <p:nvPr/>
          </p:nvGrpSpPr>
          <p:grpSpPr>
            <a:xfrm rot="10800000">
              <a:off x="2703113" y="4865400"/>
              <a:ext cx="145800" cy="84300"/>
              <a:chOff x="786588" y="4862963"/>
              <a:chExt cx="145800" cy="84300"/>
            </a:xfrm>
          </p:grpSpPr>
          <p:sp>
            <p:nvSpPr>
              <p:cNvPr id="745" name="Google Shape;745;p18"/>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8"/>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47" name="Google Shape;747;p18"/>
          <p:cNvSpPr txBox="1">
            <a:spLocks noGrp="1"/>
          </p:cNvSpPr>
          <p:nvPr>
            <p:ph type="subTitle" idx="1"/>
          </p:nvPr>
        </p:nvSpPr>
        <p:spPr>
          <a:xfrm>
            <a:off x="1665725" y="1648425"/>
            <a:ext cx="6765000" cy="579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a:endParaRPr/>
          </a:p>
        </p:txBody>
      </p:sp>
      <p:sp>
        <p:nvSpPr>
          <p:cNvPr id="748" name="Google Shape;748;p18"/>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49" name="Google Shape;749;p18"/>
          <p:cNvSpPr txBox="1">
            <a:spLocks noGrp="1"/>
          </p:cNvSpPr>
          <p:nvPr>
            <p:ph type="subTitle" idx="2"/>
          </p:nvPr>
        </p:nvSpPr>
        <p:spPr>
          <a:xfrm>
            <a:off x="1665725" y="1233575"/>
            <a:ext cx="6765000" cy="4149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a:endParaRPr/>
          </a:p>
        </p:txBody>
      </p:sp>
      <p:sp>
        <p:nvSpPr>
          <p:cNvPr id="750" name="Google Shape;750;p18"/>
          <p:cNvSpPr txBox="1">
            <a:spLocks noGrp="1"/>
          </p:cNvSpPr>
          <p:nvPr>
            <p:ph type="subTitle" idx="3"/>
          </p:nvPr>
        </p:nvSpPr>
        <p:spPr>
          <a:xfrm>
            <a:off x="1663898" y="2776525"/>
            <a:ext cx="6764700" cy="5790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160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a:endParaRPr/>
          </a:p>
        </p:txBody>
      </p:sp>
      <p:sp>
        <p:nvSpPr>
          <p:cNvPr id="751" name="Google Shape;751;p18"/>
          <p:cNvSpPr txBox="1">
            <a:spLocks noGrp="1"/>
          </p:cNvSpPr>
          <p:nvPr>
            <p:ph type="subTitle" idx="4"/>
          </p:nvPr>
        </p:nvSpPr>
        <p:spPr>
          <a:xfrm>
            <a:off x="1664128" y="2361675"/>
            <a:ext cx="6764700" cy="4149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a:endParaRPr/>
          </a:p>
        </p:txBody>
      </p:sp>
      <p:sp>
        <p:nvSpPr>
          <p:cNvPr id="752" name="Google Shape;752;p18"/>
          <p:cNvSpPr txBox="1">
            <a:spLocks noGrp="1"/>
          </p:cNvSpPr>
          <p:nvPr>
            <p:ph type="subTitle" idx="5"/>
          </p:nvPr>
        </p:nvSpPr>
        <p:spPr>
          <a:xfrm>
            <a:off x="1665725" y="3900450"/>
            <a:ext cx="6764700" cy="5790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rtl="0">
              <a:lnSpc>
                <a:spcPct val="100000"/>
              </a:lnSpc>
              <a:spcBef>
                <a:spcPts val="160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a:endParaRPr/>
          </a:p>
        </p:txBody>
      </p:sp>
      <p:sp>
        <p:nvSpPr>
          <p:cNvPr id="753" name="Google Shape;753;p18"/>
          <p:cNvSpPr txBox="1">
            <a:spLocks noGrp="1"/>
          </p:cNvSpPr>
          <p:nvPr>
            <p:ph type="subTitle" idx="6"/>
          </p:nvPr>
        </p:nvSpPr>
        <p:spPr>
          <a:xfrm>
            <a:off x="1665725" y="3485600"/>
            <a:ext cx="6764700" cy="4149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a:endParaRPr/>
          </a:p>
        </p:txBody>
      </p:sp>
      <p:grpSp>
        <p:nvGrpSpPr>
          <p:cNvPr id="754" name="Google Shape;754;p18"/>
          <p:cNvGrpSpPr/>
          <p:nvPr/>
        </p:nvGrpSpPr>
        <p:grpSpPr>
          <a:xfrm>
            <a:off x="6844854" y="4668587"/>
            <a:ext cx="1584035" cy="416703"/>
            <a:chOff x="6844854" y="4668587"/>
            <a:chExt cx="1584035" cy="416703"/>
          </a:xfrm>
        </p:grpSpPr>
        <p:sp>
          <p:nvSpPr>
            <p:cNvPr id="755" name="Google Shape;755;p18"/>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6" name="Google Shape;756;p18"/>
            <p:cNvGrpSpPr/>
            <p:nvPr/>
          </p:nvGrpSpPr>
          <p:grpSpPr>
            <a:xfrm>
              <a:off x="8054048" y="4823050"/>
              <a:ext cx="138315" cy="107779"/>
              <a:chOff x="1900456" y="4780923"/>
              <a:chExt cx="138315" cy="107779"/>
            </a:xfrm>
          </p:grpSpPr>
          <p:sp>
            <p:nvSpPr>
              <p:cNvPr id="757" name="Google Shape;757;p18"/>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8" name="Google Shape;758;p18"/>
              <p:cNvGrpSpPr/>
              <p:nvPr/>
            </p:nvGrpSpPr>
            <p:grpSpPr>
              <a:xfrm>
                <a:off x="1900456" y="4825827"/>
                <a:ext cx="138315" cy="62875"/>
                <a:chOff x="1900456" y="4825827"/>
                <a:chExt cx="138315" cy="62875"/>
              </a:xfrm>
            </p:grpSpPr>
            <p:sp>
              <p:nvSpPr>
                <p:cNvPr id="759" name="Google Shape;759;p18"/>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8"/>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61" name="Google Shape;761;p18"/>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762"/>
        <p:cNvGrpSpPr/>
        <p:nvPr/>
      </p:nvGrpSpPr>
      <p:grpSpPr>
        <a:xfrm>
          <a:off x="0" y="0"/>
          <a:ext cx="0" cy="0"/>
          <a:chOff x="0" y="0"/>
          <a:chExt cx="0" cy="0"/>
        </a:xfrm>
      </p:grpSpPr>
      <p:sp>
        <p:nvSpPr>
          <p:cNvPr id="763" name="Google Shape;763;p19"/>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9"/>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6" name="Google Shape;766;p19"/>
          <p:cNvGrpSpPr/>
          <p:nvPr/>
        </p:nvGrpSpPr>
        <p:grpSpPr>
          <a:xfrm>
            <a:off x="4380308" y="177933"/>
            <a:ext cx="201427" cy="210169"/>
            <a:chOff x="5143693" y="188357"/>
            <a:chExt cx="153843" cy="160520"/>
          </a:xfrm>
        </p:grpSpPr>
        <p:sp>
          <p:nvSpPr>
            <p:cNvPr id="767" name="Google Shape;767;p19"/>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9" name="Google Shape;769;p19"/>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0" name="Google Shape;770;p19"/>
          <p:cNvGrpSpPr/>
          <p:nvPr/>
        </p:nvGrpSpPr>
        <p:grpSpPr>
          <a:xfrm>
            <a:off x="3643773" y="202655"/>
            <a:ext cx="236409" cy="169294"/>
            <a:chOff x="3740546" y="215105"/>
            <a:chExt cx="180561" cy="129301"/>
          </a:xfrm>
        </p:grpSpPr>
        <p:sp>
          <p:nvSpPr>
            <p:cNvPr id="771" name="Google Shape;771;p19"/>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9"/>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9"/>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4" name="Google Shape;774;p19"/>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6" name="Google Shape;776;p19"/>
          <p:cNvGrpSpPr/>
          <p:nvPr/>
        </p:nvGrpSpPr>
        <p:grpSpPr>
          <a:xfrm>
            <a:off x="8192365" y="205607"/>
            <a:ext cx="236420" cy="186272"/>
            <a:chOff x="8118277" y="187250"/>
            <a:chExt cx="268293" cy="211384"/>
          </a:xfrm>
        </p:grpSpPr>
        <p:sp>
          <p:nvSpPr>
            <p:cNvPr id="777" name="Google Shape;777;p19"/>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9"/>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 name="Google Shape;780;p19"/>
          <p:cNvGrpSpPr/>
          <p:nvPr/>
        </p:nvGrpSpPr>
        <p:grpSpPr>
          <a:xfrm>
            <a:off x="715106" y="172001"/>
            <a:ext cx="230574" cy="230597"/>
            <a:chOff x="1869495" y="230908"/>
            <a:chExt cx="117892" cy="117892"/>
          </a:xfrm>
        </p:grpSpPr>
        <p:sp>
          <p:nvSpPr>
            <p:cNvPr id="781" name="Google Shape;781;p19"/>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9"/>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 name="Google Shape;783;p19"/>
          <p:cNvGrpSpPr/>
          <p:nvPr/>
        </p:nvGrpSpPr>
        <p:grpSpPr>
          <a:xfrm>
            <a:off x="715090" y="4722881"/>
            <a:ext cx="2227501" cy="308121"/>
            <a:chOff x="715090" y="4752256"/>
            <a:chExt cx="2227501" cy="308121"/>
          </a:xfrm>
        </p:grpSpPr>
        <p:sp>
          <p:nvSpPr>
            <p:cNvPr id="784" name="Google Shape;784;p19"/>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0" name="Google Shape;790;p19"/>
            <p:cNvGrpSpPr/>
            <p:nvPr/>
          </p:nvGrpSpPr>
          <p:grpSpPr>
            <a:xfrm>
              <a:off x="2255186" y="4862963"/>
              <a:ext cx="97814" cy="86736"/>
              <a:chOff x="2255186" y="4862963"/>
              <a:chExt cx="97814" cy="86736"/>
            </a:xfrm>
          </p:grpSpPr>
          <p:sp>
            <p:nvSpPr>
              <p:cNvPr id="791" name="Google Shape;791;p19"/>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2" name="Google Shape;792;p19"/>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793" name="Google Shape;793;p19"/>
            <p:cNvGrpSpPr/>
            <p:nvPr/>
          </p:nvGrpSpPr>
          <p:grpSpPr>
            <a:xfrm>
              <a:off x="1767461" y="4862963"/>
              <a:ext cx="122764" cy="86736"/>
              <a:chOff x="1779936" y="4862963"/>
              <a:chExt cx="122764" cy="86736"/>
            </a:xfrm>
          </p:grpSpPr>
          <p:grpSp>
            <p:nvGrpSpPr>
              <p:cNvPr id="794" name="Google Shape;794;p19"/>
              <p:cNvGrpSpPr/>
              <p:nvPr/>
            </p:nvGrpSpPr>
            <p:grpSpPr>
              <a:xfrm>
                <a:off x="1779936" y="4862963"/>
                <a:ext cx="97814" cy="86736"/>
                <a:chOff x="2255186" y="4862963"/>
                <a:chExt cx="97814" cy="86736"/>
              </a:xfrm>
            </p:grpSpPr>
            <p:sp>
              <p:nvSpPr>
                <p:cNvPr id="795" name="Google Shape;795;p19"/>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6" name="Google Shape;796;p19"/>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797" name="Google Shape;797;p19"/>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798" name="Google Shape;798;p19"/>
            <p:cNvGrpSpPr/>
            <p:nvPr/>
          </p:nvGrpSpPr>
          <p:grpSpPr>
            <a:xfrm rot="10800000">
              <a:off x="1308161" y="4862963"/>
              <a:ext cx="97814" cy="86736"/>
              <a:chOff x="2255186" y="4862963"/>
              <a:chExt cx="97814" cy="86736"/>
            </a:xfrm>
          </p:grpSpPr>
          <p:sp>
            <p:nvSpPr>
              <p:cNvPr id="799" name="Google Shape;799;p19"/>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0" name="Google Shape;800;p19"/>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801" name="Google Shape;801;p19"/>
            <p:cNvGrpSpPr/>
            <p:nvPr/>
          </p:nvGrpSpPr>
          <p:grpSpPr>
            <a:xfrm>
              <a:off x="810563" y="4862963"/>
              <a:ext cx="145800" cy="84300"/>
              <a:chOff x="786588" y="4862963"/>
              <a:chExt cx="145800" cy="84300"/>
            </a:xfrm>
          </p:grpSpPr>
          <p:sp>
            <p:nvSpPr>
              <p:cNvPr id="802" name="Google Shape;802;p19"/>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9"/>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 name="Google Shape;804;p19"/>
            <p:cNvGrpSpPr/>
            <p:nvPr/>
          </p:nvGrpSpPr>
          <p:grpSpPr>
            <a:xfrm rot="10800000">
              <a:off x="2703113" y="4865400"/>
              <a:ext cx="145800" cy="84300"/>
              <a:chOff x="786588" y="4862963"/>
              <a:chExt cx="145800" cy="84300"/>
            </a:xfrm>
          </p:grpSpPr>
          <p:sp>
            <p:nvSpPr>
              <p:cNvPr id="805" name="Google Shape;805;p19"/>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9"/>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07" name="Google Shape;807;p19"/>
          <p:cNvSpPr txBox="1">
            <a:spLocks noGrp="1"/>
          </p:cNvSpPr>
          <p:nvPr>
            <p:ph type="subTitle" idx="1"/>
          </p:nvPr>
        </p:nvSpPr>
        <p:spPr>
          <a:xfrm>
            <a:off x="720000" y="2584050"/>
            <a:ext cx="2336400" cy="51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a:endParaRPr/>
          </a:p>
        </p:txBody>
      </p:sp>
      <p:sp>
        <p:nvSpPr>
          <p:cNvPr id="808" name="Google Shape;808;p19"/>
          <p:cNvSpPr txBox="1">
            <a:spLocks noGrp="1"/>
          </p:cNvSpPr>
          <p:nvPr>
            <p:ph type="subTitle" idx="2"/>
          </p:nvPr>
        </p:nvSpPr>
        <p:spPr>
          <a:xfrm>
            <a:off x="720000" y="3095255"/>
            <a:ext cx="23364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a:endParaRPr/>
          </a:p>
        </p:txBody>
      </p:sp>
      <p:sp>
        <p:nvSpPr>
          <p:cNvPr id="809" name="Google Shape;809;p19"/>
          <p:cNvSpPr txBox="1">
            <a:spLocks noGrp="1"/>
          </p:cNvSpPr>
          <p:nvPr>
            <p:ph type="subTitle" idx="3"/>
          </p:nvPr>
        </p:nvSpPr>
        <p:spPr>
          <a:xfrm>
            <a:off x="3403800" y="3095256"/>
            <a:ext cx="23364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a:endParaRPr/>
          </a:p>
        </p:txBody>
      </p:sp>
      <p:sp>
        <p:nvSpPr>
          <p:cNvPr id="810" name="Google Shape;810;p19"/>
          <p:cNvSpPr txBox="1">
            <a:spLocks noGrp="1"/>
          </p:cNvSpPr>
          <p:nvPr>
            <p:ph type="subTitle" idx="4"/>
          </p:nvPr>
        </p:nvSpPr>
        <p:spPr>
          <a:xfrm>
            <a:off x="6087600" y="3095256"/>
            <a:ext cx="2336400" cy="713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2pPr>
            <a:lvl3pPr lvl="2"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3pPr>
            <a:lvl4pPr lvl="3"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4pPr>
            <a:lvl5pPr lvl="4"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5pPr>
            <a:lvl6pPr lvl="5"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6pPr>
            <a:lvl7pPr lvl="6"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7pPr>
            <a:lvl8pPr lvl="7"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8pPr>
            <a:lvl9pPr lvl="8" algn="ctr" rtl="0">
              <a:lnSpc>
                <a:spcPct val="100000"/>
              </a:lnSpc>
              <a:spcBef>
                <a:spcPts val="0"/>
              </a:spcBef>
              <a:spcAft>
                <a:spcPts val="0"/>
              </a:spcAft>
              <a:buClr>
                <a:schemeClr val="dk2"/>
              </a:buClr>
              <a:buSzPts val="1400"/>
              <a:buFont typeface="Mulish Medium"/>
              <a:buNone/>
              <a:defRPr sz="1400">
                <a:solidFill>
                  <a:schemeClr val="dk2"/>
                </a:solidFill>
                <a:latin typeface="Mulish Medium"/>
                <a:ea typeface="Mulish Medium"/>
                <a:cs typeface="Mulish Medium"/>
                <a:sym typeface="Mulish Medium"/>
              </a:defRPr>
            </a:lvl9pPr>
          </a:lstStyle>
          <a:p>
            <a:endParaRPr/>
          </a:p>
        </p:txBody>
      </p:sp>
      <p:sp>
        <p:nvSpPr>
          <p:cNvPr id="811" name="Google Shape;811;p19"/>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12" name="Google Shape;812;p19"/>
          <p:cNvSpPr txBox="1">
            <a:spLocks noGrp="1"/>
          </p:cNvSpPr>
          <p:nvPr>
            <p:ph type="subTitle" idx="5"/>
          </p:nvPr>
        </p:nvSpPr>
        <p:spPr>
          <a:xfrm>
            <a:off x="3403800" y="2584050"/>
            <a:ext cx="2336400" cy="51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a:endParaRPr/>
          </a:p>
        </p:txBody>
      </p:sp>
      <p:sp>
        <p:nvSpPr>
          <p:cNvPr id="813" name="Google Shape;813;p19"/>
          <p:cNvSpPr txBox="1">
            <a:spLocks noGrp="1"/>
          </p:cNvSpPr>
          <p:nvPr>
            <p:ph type="subTitle" idx="6"/>
          </p:nvPr>
        </p:nvSpPr>
        <p:spPr>
          <a:xfrm>
            <a:off x="6087600" y="2584050"/>
            <a:ext cx="2336400" cy="51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2pPr>
            <a:lvl3pPr lvl="2"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3pPr>
            <a:lvl4pPr lvl="3"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4pPr>
            <a:lvl5pPr lvl="4"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5pPr>
            <a:lvl6pPr lvl="5"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6pPr>
            <a:lvl7pPr lvl="6"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7pPr>
            <a:lvl8pPr lvl="7"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8pPr>
            <a:lvl9pPr lvl="8" algn="ctr" rtl="0">
              <a:lnSpc>
                <a:spcPct val="100000"/>
              </a:lnSpc>
              <a:spcBef>
                <a:spcPts val="0"/>
              </a:spcBef>
              <a:spcAft>
                <a:spcPts val="0"/>
              </a:spcAft>
              <a:buSzPts val="2000"/>
              <a:buFont typeface="Poppins SemiBold"/>
              <a:buNone/>
              <a:defRPr sz="2000">
                <a:latin typeface="Poppins SemiBold"/>
                <a:ea typeface="Poppins SemiBold"/>
                <a:cs typeface="Poppins SemiBold"/>
                <a:sym typeface="Poppins SemiBold"/>
              </a:defRPr>
            </a:lvl9pPr>
          </a:lstStyle>
          <a:p>
            <a:endParaRPr/>
          </a:p>
        </p:txBody>
      </p:sp>
      <p:grpSp>
        <p:nvGrpSpPr>
          <p:cNvPr id="814" name="Google Shape;814;p19"/>
          <p:cNvGrpSpPr/>
          <p:nvPr/>
        </p:nvGrpSpPr>
        <p:grpSpPr>
          <a:xfrm>
            <a:off x="6844854" y="4668587"/>
            <a:ext cx="1584035" cy="416703"/>
            <a:chOff x="6844854" y="4668587"/>
            <a:chExt cx="1584035" cy="416703"/>
          </a:xfrm>
        </p:grpSpPr>
        <p:sp>
          <p:nvSpPr>
            <p:cNvPr id="815" name="Google Shape;815;p19"/>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6" name="Google Shape;816;p19"/>
            <p:cNvGrpSpPr/>
            <p:nvPr/>
          </p:nvGrpSpPr>
          <p:grpSpPr>
            <a:xfrm>
              <a:off x="8054048" y="4823050"/>
              <a:ext cx="138315" cy="107779"/>
              <a:chOff x="1900456" y="4780923"/>
              <a:chExt cx="138315" cy="107779"/>
            </a:xfrm>
          </p:grpSpPr>
          <p:sp>
            <p:nvSpPr>
              <p:cNvPr id="817" name="Google Shape;817;p19"/>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8" name="Google Shape;818;p19"/>
              <p:cNvGrpSpPr/>
              <p:nvPr/>
            </p:nvGrpSpPr>
            <p:grpSpPr>
              <a:xfrm>
                <a:off x="1900456" y="4825827"/>
                <a:ext cx="138315" cy="62875"/>
                <a:chOff x="1900456" y="4825827"/>
                <a:chExt cx="138315" cy="62875"/>
              </a:xfrm>
            </p:grpSpPr>
            <p:sp>
              <p:nvSpPr>
                <p:cNvPr id="819" name="Google Shape;819;p19"/>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9"/>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1" name="Google Shape;821;p19"/>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822"/>
        <p:cNvGrpSpPr/>
        <p:nvPr/>
      </p:nvGrpSpPr>
      <p:grpSpPr>
        <a:xfrm>
          <a:off x="0" y="0"/>
          <a:ext cx="0" cy="0"/>
          <a:chOff x="0" y="0"/>
          <a:chExt cx="0" cy="0"/>
        </a:xfrm>
      </p:grpSpPr>
      <p:sp>
        <p:nvSpPr>
          <p:cNvPr id="823" name="Google Shape;823;p20"/>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0"/>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0"/>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6" name="Google Shape;826;p20"/>
          <p:cNvGrpSpPr/>
          <p:nvPr/>
        </p:nvGrpSpPr>
        <p:grpSpPr>
          <a:xfrm>
            <a:off x="4380308" y="177933"/>
            <a:ext cx="201427" cy="210169"/>
            <a:chOff x="5143693" y="188357"/>
            <a:chExt cx="153843" cy="160520"/>
          </a:xfrm>
        </p:grpSpPr>
        <p:sp>
          <p:nvSpPr>
            <p:cNvPr id="827" name="Google Shape;827;p20"/>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0"/>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9" name="Google Shape;829;p20"/>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0" name="Google Shape;830;p20"/>
          <p:cNvGrpSpPr/>
          <p:nvPr/>
        </p:nvGrpSpPr>
        <p:grpSpPr>
          <a:xfrm>
            <a:off x="3643773" y="202655"/>
            <a:ext cx="236409" cy="169294"/>
            <a:chOff x="3740546" y="215105"/>
            <a:chExt cx="180561" cy="129301"/>
          </a:xfrm>
        </p:grpSpPr>
        <p:sp>
          <p:nvSpPr>
            <p:cNvPr id="831" name="Google Shape;831;p20"/>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0"/>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0"/>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4" name="Google Shape;834;p20"/>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0"/>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6" name="Google Shape;836;p20"/>
          <p:cNvGrpSpPr/>
          <p:nvPr/>
        </p:nvGrpSpPr>
        <p:grpSpPr>
          <a:xfrm>
            <a:off x="8192365" y="205607"/>
            <a:ext cx="236420" cy="186272"/>
            <a:chOff x="8118277" y="187250"/>
            <a:chExt cx="268293" cy="211384"/>
          </a:xfrm>
        </p:grpSpPr>
        <p:sp>
          <p:nvSpPr>
            <p:cNvPr id="837" name="Google Shape;837;p20"/>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0"/>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0"/>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0" name="Google Shape;840;p20"/>
          <p:cNvGrpSpPr/>
          <p:nvPr/>
        </p:nvGrpSpPr>
        <p:grpSpPr>
          <a:xfrm>
            <a:off x="715106" y="172001"/>
            <a:ext cx="230574" cy="230597"/>
            <a:chOff x="1869495" y="230908"/>
            <a:chExt cx="117892" cy="117892"/>
          </a:xfrm>
        </p:grpSpPr>
        <p:sp>
          <p:nvSpPr>
            <p:cNvPr id="841" name="Google Shape;841;p20"/>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0"/>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 name="Google Shape;843;p20"/>
          <p:cNvGrpSpPr/>
          <p:nvPr/>
        </p:nvGrpSpPr>
        <p:grpSpPr>
          <a:xfrm>
            <a:off x="715090" y="4722881"/>
            <a:ext cx="2227501" cy="308121"/>
            <a:chOff x="715090" y="4752256"/>
            <a:chExt cx="2227501" cy="308121"/>
          </a:xfrm>
        </p:grpSpPr>
        <p:sp>
          <p:nvSpPr>
            <p:cNvPr id="844" name="Google Shape;844;p20"/>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0"/>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0"/>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0"/>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0"/>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0"/>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0" name="Google Shape;850;p20"/>
            <p:cNvGrpSpPr/>
            <p:nvPr/>
          </p:nvGrpSpPr>
          <p:grpSpPr>
            <a:xfrm>
              <a:off x="2255186" y="4862963"/>
              <a:ext cx="97814" cy="86736"/>
              <a:chOff x="2255186" y="4862963"/>
              <a:chExt cx="97814" cy="86736"/>
            </a:xfrm>
          </p:grpSpPr>
          <p:sp>
            <p:nvSpPr>
              <p:cNvPr id="851" name="Google Shape;851;p20"/>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2" name="Google Shape;852;p20"/>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853" name="Google Shape;853;p20"/>
            <p:cNvGrpSpPr/>
            <p:nvPr/>
          </p:nvGrpSpPr>
          <p:grpSpPr>
            <a:xfrm>
              <a:off x="1767461" y="4862963"/>
              <a:ext cx="122764" cy="86736"/>
              <a:chOff x="1779936" y="4862963"/>
              <a:chExt cx="122764" cy="86736"/>
            </a:xfrm>
          </p:grpSpPr>
          <p:grpSp>
            <p:nvGrpSpPr>
              <p:cNvPr id="854" name="Google Shape;854;p20"/>
              <p:cNvGrpSpPr/>
              <p:nvPr/>
            </p:nvGrpSpPr>
            <p:grpSpPr>
              <a:xfrm>
                <a:off x="1779936" y="4862963"/>
                <a:ext cx="97814" cy="86736"/>
                <a:chOff x="2255186" y="4862963"/>
                <a:chExt cx="97814" cy="86736"/>
              </a:xfrm>
            </p:grpSpPr>
            <p:sp>
              <p:nvSpPr>
                <p:cNvPr id="855" name="Google Shape;855;p20"/>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6" name="Google Shape;856;p20"/>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857" name="Google Shape;857;p20"/>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858" name="Google Shape;858;p20"/>
            <p:cNvGrpSpPr/>
            <p:nvPr/>
          </p:nvGrpSpPr>
          <p:grpSpPr>
            <a:xfrm rot="10800000">
              <a:off x="1308161" y="4862963"/>
              <a:ext cx="97814" cy="86736"/>
              <a:chOff x="2255186" y="4862963"/>
              <a:chExt cx="97814" cy="86736"/>
            </a:xfrm>
          </p:grpSpPr>
          <p:sp>
            <p:nvSpPr>
              <p:cNvPr id="859" name="Google Shape;859;p20"/>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0" name="Google Shape;860;p20"/>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861" name="Google Shape;861;p20"/>
            <p:cNvGrpSpPr/>
            <p:nvPr/>
          </p:nvGrpSpPr>
          <p:grpSpPr>
            <a:xfrm>
              <a:off x="810563" y="4862963"/>
              <a:ext cx="145800" cy="84300"/>
              <a:chOff x="786588" y="4862963"/>
              <a:chExt cx="145800" cy="84300"/>
            </a:xfrm>
          </p:grpSpPr>
          <p:sp>
            <p:nvSpPr>
              <p:cNvPr id="862" name="Google Shape;862;p20"/>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0"/>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 name="Google Shape;864;p20"/>
            <p:cNvGrpSpPr/>
            <p:nvPr/>
          </p:nvGrpSpPr>
          <p:grpSpPr>
            <a:xfrm rot="10800000">
              <a:off x="2703113" y="4865400"/>
              <a:ext cx="145800" cy="84300"/>
              <a:chOff x="786588" y="4862963"/>
              <a:chExt cx="145800" cy="84300"/>
            </a:xfrm>
          </p:grpSpPr>
          <p:sp>
            <p:nvSpPr>
              <p:cNvPr id="865" name="Google Shape;865;p20"/>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0"/>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67" name="Google Shape;867;p20"/>
          <p:cNvSpPr txBox="1">
            <a:spLocks noGrp="1"/>
          </p:cNvSpPr>
          <p:nvPr>
            <p:ph type="subTitle" idx="1"/>
          </p:nvPr>
        </p:nvSpPr>
        <p:spPr>
          <a:xfrm>
            <a:off x="1509300" y="1479775"/>
            <a:ext cx="28671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68" name="Google Shape;868;p20"/>
          <p:cNvSpPr txBox="1">
            <a:spLocks noGrp="1"/>
          </p:cNvSpPr>
          <p:nvPr>
            <p:ph type="subTitle" idx="2"/>
          </p:nvPr>
        </p:nvSpPr>
        <p:spPr>
          <a:xfrm>
            <a:off x="1509300" y="1964550"/>
            <a:ext cx="2867100" cy="71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69" name="Google Shape;869;p20"/>
          <p:cNvSpPr txBox="1">
            <a:spLocks noGrp="1"/>
          </p:cNvSpPr>
          <p:nvPr>
            <p:ph type="subTitle" idx="3"/>
          </p:nvPr>
        </p:nvSpPr>
        <p:spPr>
          <a:xfrm>
            <a:off x="5556901" y="1964550"/>
            <a:ext cx="2867100" cy="71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70" name="Google Shape;870;p20"/>
          <p:cNvSpPr txBox="1">
            <a:spLocks noGrp="1"/>
          </p:cNvSpPr>
          <p:nvPr>
            <p:ph type="subTitle" idx="4"/>
          </p:nvPr>
        </p:nvSpPr>
        <p:spPr>
          <a:xfrm>
            <a:off x="1509300" y="3430700"/>
            <a:ext cx="2867100" cy="71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71" name="Google Shape;871;p20"/>
          <p:cNvSpPr txBox="1">
            <a:spLocks noGrp="1"/>
          </p:cNvSpPr>
          <p:nvPr>
            <p:ph type="subTitle" idx="5"/>
          </p:nvPr>
        </p:nvSpPr>
        <p:spPr>
          <a:xfrm>
            <a:off x="5556902" y="3430700"/>
            <a:ext cx="2867100" cy="713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72" name="Google Shape;872;p20"/>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73" name="Google Shape;873;p20"/>
          <p:cNvSpPr txBox="1">
            <a:spLocks noGrp="1"/>
          </p:cNvSpPr>
          <p:nvPr>
            <p:ph type="subTitle" idx="6"/>
          </p:nvPr>
        </p:nvSpPr>
        <p:spPr>
          <a:xfrm>
            <a:off x="1509300" y="2945900"/>
            <a:ext cx="28671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74" name="Google Shape;874;p20"/>
          <p:cNvSpPr txBox="1">
            <a:spLocks noGrp="1"/>
          </p:cNvSpPr>
          <p:nvPr>
            <p:ph type="subTitle" idx="7"/>
          </p:nvPr>
        </p:nvSpPr>
        <p:spPr>
          <a:xfrm>
            <a:off x="5556900" y="1479775"/>
            <a:ext cx="28671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75" name="Google Shape;875;p20"/>
          <p:cNvSpPr txBox="1">
            <a:spLocks noGrp="1"/>
          </p:cNvSpPr>
          <p:nvPr>
            <p:ph type="subTitle" idx="8"/>
          </p:nvPr>
        </p:nvSpPr>
        <p:spPr>
          <a:xfrm>
            <a:off x="5556900" y="2945900"/>
            <a:ext cx="2867100" cy="4848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grpSp>
        <p:nvGrpSpPr>
          <p:cNvPr id="876" name="Google Shape;876;p20"/>
          <p:cNvGrpSpPr/>
          <p:nvPr/>
        </p:nvGrpSpPr>
        <p:grpSpPr>
          <a:xfrm>
            <a:off x="6844854" y="4668587"/>
            <a:ext cx="1584035" cy="416703"/>
            <a:chOff x="6844854" y="4668587"/>
            <a:chExt cx="1584035" cy="416703"/>
          </a:xfrm>
        </p:grpSpPr>
        <p:sp>
          <p:nvSpPr>
            <p:cNvPr id="877" name="Google Shape;877;p20"/>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8" name="Google Shape;878;p20"/>
            <p:cNvGrpSpPr/>
            <p:nvPr/>
          </p:nvGrpSpPr>
          <p:grpSpPr>
            <a:xfrm>
              <a:off x="8054048" y="4823050"/>
              <a:ext cx="138315" cy="107779"/>
              <a:chOff x="1900456" y="4780923"/>
              <a:chExt cx="138315" cy="107779"/>
            </a:xfrm>
          </p:grpSpPr>
          <p:sp>
            <p:nvSpPr>
              <p:cNvPr id="879" name="Google Shape;879;p20"/>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0" name="Google Shape;880;p20"/>
              <p:cNvGrpSpPr/>
              <p:nvPr/>
            </p:nvGrpSpPr>
            <p:grpSpPr>
              <a:xfrm>
                <a:off x="1900456" y="4825827"/>
                <a:ext cx="138315" cy="62875"/>
                <a:chOff x="1900456" y="4825827"/>
                <a:chExt cx="138315" cy="62875"/>
              </a:xfrm>
            </p:grpSpPr>
            <p:sp>
              <p:nvSpPr>
                <p:cNvPr id="881" name="Google Shape;881;p20"/>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0"/>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83" name="Google Shape;883;p20"/>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BLANK_1_1_1_1_1">
    <p:spTree>
      <p:nvGrpSpPr>
        <p:cNvPr id="1" name="Shape 884"/>
        <p:cNvGrpSpPr/>
        <p:nvPr/>
      </p:nvGrpSpPr>
      <p:grpSpPr>
        <a:xfrm>
          <a:off x="0" y="0"/>
          <a:ext cx="0" cy="0"/>
          <a:chOff x="0" y="0"/>
          <a:chExt cx="0" cy="0"/>
        </a:xfrm>
      </p:grpSpPr>
      <p:sp>
        <p:nvSpPr>
          <p:cNvPr id="885" name="Google Shape;885;p21"/>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1"/>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1"/>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8" name="Google Shape;888;p21"/>
          <p:cNvGrpSpPr/>
          <p:nvPr/>
        </p:nvGrpSpPr>
        <p:grpSpPr>
          <a:xfrm>
            <a:off x="4380308" y="177933"/>
            <a:ext cx="201427" cy="210169"/>
            <a:chOff x="5143693" y="188357"/>
            <a:chExt cx="153843" cy="160520"/>
          </a:xfrm>
        </p:grpSpPr>
        <p:sp>
          <p:nvSpPr>
            <p:cNvPr id="889" name="Google Shape;889;p21"/>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1"/>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1" name="Google Shape;891;p21"/>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2" name="Google Shape;892;p21"/>
          <p:cNvGrpSpPr/>
          <p:nvPr/>
        </p:nvGrpSpPr>
        <p:grpSpPr>
          <a:xfrm>
            <a:off x="3643773" y="202655"/>
            <a:ext cx="236409" cy="169294"/>
            <a:chOff x="3740546" y="215105"/>
            <a:chExt cx="180561" cy="129301"/>
          </a:xfrm>
        </p:grpSpPr>
        <p:sp>
          <p:nvSpPr>
            <p:cNvPr id="893" name="Google Shape;893;p21"/>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1"/>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1"/>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6" name="Google Shape;896;p21"/>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1"/>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8" name="Google Shape;898;p21"/>
          <p:cNvGrpSpPr/>
          <p:nvPr/>
        </p:nvGrpSpPr>
        <p:grpSpPr>
          <a:xfrm>
            <a:off x="8192365" y="205607"/>
            <a:ext cx="236420" cy="186272"/>
            <a:chOff x="8118277" y="187250"/>
            <a:chExt cx="268293" cy="211384"/>
          </a:xfrm>
        </p:grpSpPr>
        <p:sp>
          <p:nvSpPr>
            <p:cNvPr id="899" name="Google Shape;899;p21"/>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1"/>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1"/>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 name="Google Shape;902;p21"/>
          <p:cNvGrpSpPr/>
          <p:nvPr/>
        </p:nvGrpSpPr>
        <p:grpSpPr>
          <a:xfrm>
            <a:off x="715106" y="172001"/>
            <a:ext cx="230574" cy="230597"/>
            <a:chOff x="1869495" y="230908"/>
            <a:chExt cx="117892" cy="117892"/>
          </a:xfrm>
        </p:grpSpPr>
        <p:sp>
          <p:nvSpPr>
            <p:cNvPr id="903" name="Google Shape;903;p21"/>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1"/>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5" name="Google Shape;905;p21"/>
          <p:cNvGrpSpPr/>
          <p:nvPr/>
        </p:nvGrpSpPr>
        <p:grpSpPr>
          <a:xfrm>
            <a:off x="715090" y="4722881"/>
            <a:ext cx="2227501" cy="308121"/>
            <a:chOff x="715090" y="4752256"/>
            <a:chExt cx="2227501" cy="308121"/>
          </a:xfrm>
        </p:grpSpPr>
        <p:sp>
          <p:nvSpPr>
            <p:cNvPr id="906" name="Google Shape;906;p21"/>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1"/>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1"/>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1"/>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1"/>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1"/>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2" name="Google Shape;912;p21"/>
            <p:cNvGrpSpPr/>
            <p:nvPr/>
          </p:nvGrpSpPr>
          <p:grpSpPr>
            <a:xfrm>
              <a:off x="2255186" y="4862963"/>
              <a:ext cx="97814" cy="86736"/>
              <a:chOff x="2255186" y="4862963"/>
              <a:chExt cx="97814" cy="86736"/>
            </a:xfrm>
          </p:grpSpPr>
          <p:sp>
            <p:nvSpPr>
              <p:cNvPr id="913" name="Google Shape;913;p21"/>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4" name="Google Shape;914;p21"/>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915" name="Google Shape;915;p21"/>
            <p:cNvGrpSpPr/>
            <p:nvPr/>
          </p:nvGrpSpPr>
          <p:grpSpPr>
            <a:xfrm>
              <a:off x="1767461" y="4862963"/>
              <a:ext cx="122764" cy="86736"/>
              <a:chOff x="1779936" y="4862963"/>
              <a:chExt cx="122764" cy="86736"/>
            </a:xfrm>
          </p:grpSpPr>
          <p:grpSp>
            <p:nvGrpSpPr>
              <p:cNvPr id="916" name="Google Shape;916;p21"/>
              <p:cNvGrpSpPr/>
              <p:nvPr/>
            </p:nvGrpSpPr>
            <p:grpSpPr>
              <a:xfrm>
                <a:off x="1779936" y="4862963"/>
                <a:ext cx="97814" cy="86736"/>
                <a:chOff x="2255186" y="4862963"/>
                <a:chExt cx="97814" cy="86736"/>
              </a:xfrm>
            </p:grpSpPr>
            <p:sp>
              <p:nvSpPr>
                <p:cNvPr id="917" name="Google Shape;917;p21"/>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8" name="Google Shape;918;p21"/>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919" name="Google Shape;919;p21"/>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920" name="Google Shape;920;p21"/>
            <p:cNvGrpSpPr/>
            <p:nvPr/>
          </p:nvGrpSpPr>
          <p:grpSpPr>
            <a:xfrm rot="10800000">
              <a:off x="1308161" y="4862963"/>
              <a:ext cx="97814" cy="86736"/>
              <a:chOff x="2255186" y="4862963"/>
              <a:chExt cx="97814" cy="86736"/>
            </a:xfrm>
          </p:grpSpPr>
          <p:sp>
            <p:nvSpPr>
              <p:cNvPr id="921" name="Google Shape;921;p21"/>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2" name="Google Shape;922;p21"/>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923" name="Google Shape;923;p21"/>
            <p:cNvGrpSpPr/>
            <p:nvPr/>
          </p:nvGrpSpPr>
          <p:grpSpPr>
            <a:xfrm>
              <a:off x="810563" y="4862963"/>
              <a:ext cx="145800" cy="84300"/>
              <a:chOff x="786588" y="4862963"/>
              <a:chExt cx="145800" cy="84300"/>
            </a:xfrm>
          </p:grpSpPr>
          <p:sp>
            <p:nvSpPr>
              <p:cNvPr id="924" name="Google Shape;924;p21"/>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1"/>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21"/>
            <p:cNvGrpSpPr/>
            <p:nvPr/>
          </p:nvGrpSpPr>
          <p:grpSpPr>
            <a:xfrm rot="10800000">
              <a:off x="2703113" y="4865400"/>
              <a:ext cx="145800" cy="84300"/>
              <a:chOff x="786588" y="4862963"/>
              <a:chExt cx="145800" cy="84300"/>
            </a:xfrm>
          </p:grpSpPr>
          <p:sp>
            <p:nvSpPr>
              <p:cNvPr id="927" name="Google Shape;927;p21"/>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1"/>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29" name="Google Shape;929;p21"/>
          <p:cNvSpPr txBox="1">
            <a:spLocks noGrp="1"/>
          </p:cNvSpPr>
          <p:nvPr>
            <p:ph type="title"/>
          </p:nvPr>
        </p:nvSpPr>
        <p:spPr>
          <a:xfrm>
            <a:off x="1759050" y="535000"/>
            <a:ext cx="5625900" cy="972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30" name="Google Shape;930;p21"/>
          <p:cNvSpPr txBox="1">
            <a:spLocks noGrp="1"/>
          </p:cNvSpPr>
          <p:nvPr>
            <p:ph type="title" idx="2" hasCustomPrompt="1"/>
          </p:nvPr>
        </p:nvSpPr>
        <p:spPr>
          <a:xfrm>
            <a:off x="715100" y="1769150"/>
            <a:ext cx="1313100" cy="468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931" name="Google Shape;931;p21"/>
          <p:cNvSpPr txBox="1">
            <a:spLocks noGrp="1"/>
          </p:cNvSpPr>
          <p:nvPr>
            <p:ph type="subTitle" idx="1"/>
          </p:nvPr>
        </p:nvSpPr>
        <p:spPr>
          <a:xfrm>
            <a:off x="715100" y="2237750"/>
            <a:ext cx="3547800" cy="783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932" name="Google Shape;932;p21"/>
          <p:cNvSpPr txBox="1">
            <a:spLocks noGrp="1"/>
          </p:cNvSpPr>
          <p:nvPr>
            <p:ph type="title" idx="3" hasCustomPrompt="1"/>
          </p:nvPr>
        </p:nvSpPr>
        <p:spPr>
          <a:xfrm>
            <a:off x="4876200" y="1769150"/>
            <a:ext cx="1313100" cy="468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933" name="Google Shape;933;p21"/>
          <p:cNvSpPr txBox="1">
            <a:spLocks noGrp="1"/>
          </p:cNvSpPr>
          <p:nvPr>
            <p:ph type="subTitle" idx="4"/>
          </p:nvPr>
        </p:nvSpPr>
        <p:spPr>
          <a:xfrm>
            <a:off x="4876200" y="2237775"/>
            <a:ext cx="3547800" cy="783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934" name="Google Shape;934;p21"/>
          <p:cNvSpPr txBox="1">
            <a:spLocks noGrp="1"/>
          </p:cNvSpPr>
          <p:nvPr>
            <p:ph type="title" idx="5" hasCustomPrompt="1"/>
          </p:nvPr>
        </p:nvSpPr>
        <p:spPr>
          <a:xfrm>
            <a:off x="2798100" y="3283075"/>
            <a:ext cx="1313100" cy="468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935" name="Google Shape;935;p21"/>
          <p:cNvSpPr txBox="1">
            <a:spLocks noGrp="1"/>
          </p:cNvSpPr>
          <p:nvPr>
            <p:ph type="subTitle" idx="6"/>
          </p:nvPr>
        </p:nvSpPr>
        <p:spPr>
          <a:xfrm>
            <a:off x="2798100" y="3751675"/>
            <a:ext cx="3547800" cy="783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36" name="Google Shape;936;p21"/>
          <p:cNvGrpSpPr/>
          <p:nvPr/>
        </p:nvGrpSpPr>
        <p:grpSpPr>
          <a:xfrm>
            <a:off x="6844854" y="4668587"/>
            <a:ext cx="1584035" cy="416703"/>
            <a:chOff x="6844854" y="4668587"/>
            <a:chExt cx="1584035" cy="416703"/>
          </a:xfrm>
        </p:grpSpPr>
        <p:sp>
          <p:nvSpPr>
            <p:cNvPr id="937" name="Google Shape;937;p21"/>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8" name="Google Shape;938;p21"/>
            <p:cNvGrpSpPr/>
            <p:nvPr/>
          </p:nvGrpSpPr>
          <p:grpSpPr>
            <a:xfrm>
              <a:off x="8054048" y="4823050"/>
              <a:ext cx="138315" cy="107779"/>
              <a:chOff x="1900456" y="4780923"/>
              <a:chExt cx="138315" cy="107779"/>
            </a:xfrm>
          </p:grpSpPr>
          <p:sp>
            <p:nvSpPr>
              <p:cNvPr id="939" name="Google Shape;939;p21"/>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0" name="Google Shape;940;p21"/>
              <p:cNvGrpSpPr/>
              <p:nvPr/>
            </p:nvGrpSpPr>
            <p:grpSpPr>
              <a:xfrm>
                <a:off x="1900456" y="4825827"/>
                <a:ext cx="138315" cy="62875"/>
                <a:chOff x="1900456" y="4825827"/>
                <a:chExt cx="138315" cy="62875"/>
              </a:xfrm>
            </p:grpSpPr>
            <p:sp>
              <p:nvSpPr>
                <p:cNvPr id="941" name="Google Shape;941;p21"/>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1"/>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3" name="Google Shape;943;p21"/>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44"/>
        <p:cNvGrpSpPr/>
        <p:nvPr/>
      </p:nvGrpSpPr>
      <p:grpSpPr>
        <a:xfrm>
          <a:off x="0" y="0"/>
          <a:ext cx="0" cy="0"/>
          <a:chOff x="0" y="0"/>
          <a:chExt cx="0" cy="0"/>
        </a:xfrm>
      </p:grpSpPr>
      <p:sp>
        <p:nvSpPr>
          <p:cNvPr id="945" name="Google Shape;945;p22"/>
          <p:cNvSpPr txBox="1">
            <a:spLocks noGrp="1"/>
          </p:cNvSpPr>
          <p:nvPr>
            <p:ph type="subTitle" idx="1"/>
          </p:nvPr>
        </p:nvSpPr>
        <p:spPr>
          <a:xfrm>
            <a:off x="889150" y="1332650"/>
            <a:ext cx="3264000" cy="48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46" name="Google Shape;946;p22"/>
          <p:cNvSpPr txBox="1">
            <a:spLocks noGrp="1"/>
          </p:cNvSpPr>
          <p:nvPr>
            <p:ph type="subTitle" idx="2"/>
          </p:nvPr>
        </p:nvSpPr>
        <p:spPr>
          <a:xfrm>
            <a:off x="796750" y="1947975"/>
            <a:ext cx="3653100" cy="218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595959"/>
              </a:buClr>
              <a:buSzPts val="1400"/>
              <a:buFont typeface="Anaheim"/>
              <a:buChar char="●"/>
              <a:defRPr>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Clr>
                <a:srgbClr val="595959"/>
              </a:buClr>
              <a:buSzPts val="1400"/>
              <a:buFont typeface="Anaheim"/>
              <a:buChar char="○"/>
              <a:defRPr/>
            </a:lvl2pPr>
            <a:lvl3pPr lvl="2" algn="ctr" rtl="0">
              <a:lnSpc>
                <a:spcPct val="100000"/>
              </a:lnSpc>
              <a:spcBef>
                <a:spcPts val="0"/>
              </a:spcBef>
              <a:spcAft>
                <a:spcPts val="0"/>
              </a:spcAft>
              <a:buClr>
                <a:srgbClr val="595959"/>
              </a:buClr>
              <a:buSzPts val="1400"/>
              <a:buFont typeface="Anaheim"/>
              <a:buChar char="■"/>
              <a:defRPr/>
            </a:lvl3pPr>
            <a:lvl4pPr lvl="3" algn="ctr" rtl="0">
              <a:lnSpc>
                <a:spcPct val="100000"/>
              </a:lnSpc>
              <a:spcBef>
                <a:spcPts val="0"/>
              </a:spcBef>
              <a:spcAft>
                <a:spcPts val="0"/>
              </a:spcAft>
              <a:buClr>
                <a:srgbClr val="595959"/>
              </a:buClr>
              <a:buSzPts val="1400"/>
              <a:buFont typeface="Anaheim"/>
              <a:buChar char="●"/>
              <a:defRPr/>
            </a:lvl4pPr>
            <a:lvl5pPr lvl="4" algn="ctr" rtl="0">
              <a:lnSpc>
                <a:spcPct val="100000"/>
              </a:lnSpc>
              <a:spcBef>
                <a:spcPts val="0"/>
              </a:spcBef>
              <a:spcAft>
                <a:spcPts val="0"/>
              </a:spcAft>
              <a:buClr>
                <a:srgbClr val="595959"/>
              </a:buClr>
              <a:buSzPts val="1400"/>
              <a:buFont typeface="Anaheim"/>
              <a:buChar char="○"/>
              <a:defRPr/>
            </a:lvl5pPr>
            <a:lvl6pPr lvl="5" algn="ctr" rtl="0">
              <a:lnSpc>
                <a:spcPct val="100000"/>
              </a:lnSpc>
              <a:spcBef>
                <a:spcPts val="0"/>
              </a:spcBef>
              <a:spcAft>
                <a:spcPts val="0"/>
              </a:spcAft>
              <a:buClr>
                <a:srgbClr val="595959"/>
              </a:buClr>
              <a:buSzPts val="1400"/>
              <a:buFont typeface="Anaheim"/>
              <a:buChar char="■"/>
              <a:defRPr/>
            </a:lvl6pPr>
            <a:lvl7pPr lvl="6" algn="ctr" rtl="0">
              <a:lnSpc>
                <a:spcPct val="100000"/>
              </a:lnSpc>
              <a:spcBef>
                <a:spcPts val="0"/>
              </a:spcBef>
              <a:spcAft>
                <a:spcPts val="0"/>
              </a:spcAft>
              <a:buClr>
                <a:srgbClr val="595959"/>
              </a:buClr>
              <a:buSzPts val="1400"/>
              <a:buFont typeface="Anaheim"/>
              <a:buChar char="●"/>
              <a:defRPr/>
            </a:lvl7pPr>
            <a:lvl8pPr lvl="7" algn="ctr" rtl="0">
              <a:lnSpc>
                <a:spcPct val="100000"/>
              </a:lnSpc>
              <a:spcBef>
                <a:spcPts val="0"/>
              </a:spcBef>
              <a:spcAft>
                <a:spcPts val="0"/>
              </a:spcAft>
              <a:buClr>
                <a:srgbClr val="595959"/>
              </a:buClr>
              <a:buSzPts val="1400"/>
              <a:buFont typeface="Anaheim"/>
              <a:buChar char="○"/>
              <a:defRPr/>
            </a:lvl8pPr>
            <a:lvl9pPr lvl="8" algn="ctr" rtl="0">
              <a:lnSpc>
                <a:spcPct val="100000"/>
              </a:lnSpc>
              <a:spcBef>
                <a:spcPts val="0"/>
              </a:spcBef>
              <a:spcAft>
                <a:spcPts val="0"/>
              </a:spcAft>
              <a:buClr>
                <a:srgbClr val="595959"/>
              </a:buClr>
              <a:buSzPts val="1400"/>
              <a:buFont typeface="Anaheim"/>
              <a:buChar char="■"/>
              <a:defRPr/>
            </a:lvl9pPr>
          </a:lstStyle>
          <a:p>
            <a:endParaRPr/>
          </a:p>
        </p:txBody>
      </p:sp>
      <p:sp>
        <p:nvSpPr>
          <p:cNvPr id="947" name="Google Shape;947;p22"/>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48" name="Google Shape;948;p22"/>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2"/>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2"/>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1" name="Google Shape;951;p22"/>
          <p:cNvGrpSpPr/>
          <p:nvPr/>
        </p:nvGrpSpPr>
        <p:grpSpPr>
          <a:xfrm>
            <a:off x="4380308" y="177933"/>
            <a:ext cx="201427" cy="210169"/>
            <a:chOff x="5143693" y="188357"/>
            <a:chExt cx="153843" cy="160520"/>
          </a:xfrm>
        </p:grpSpPr>
        <p:sp>
          <p:nvSpPr>
            <p:cNvPr id="952" name="Google Shape;952;p22"/>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2"/>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4" name="Google Shape;954;p22"/>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5" name="Google Shape;955;p22"/>
          <p:cNvGrpSpPr/>
          <p:nvPr/>
        </p:nvGrpSpPr>
        <p:grpSpPr>
          <a:xfrm>
            <a:off x="3643773" y="202655"/>
            <a:ext cx="236409" cy="169294"/>
            <a:chOff x="3740546" y="215105"/>
            <a:chExt cx="180561" cy="129301"/>
          </a:xfrm>
        </p:grpSpPr>
        <p:sp>
          <p:nvSpPr>
            <p:cNvPr id="956" name="Google Shape;956;p22"/>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2"/>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2"/>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9" name="Google Shape;959;p22"/>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2"/>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1" name="Google Shape;961;p22"/>
          <p:cNvGrpSpPr/>
          <p:nvPr/>
        </p:nvGrpSpPr>
        <p:grpSpPr>
          <a:xfrm>
            <a:off x="8192365" y="205607"/>
            <a:ext cx="236420" cy="186272"/>
            <a:chOff x="8118277" y="187250"/>
            <a:chExt cx="268293" cy="211384"/>
          </a:xfrm>
        </p:grpSpPr>
        <p:sp>
          <p:nvSpPr>
            <p:cNvPr id="962" name="Google Shape;962;p22"/>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2"/>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2"/>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 name="Google Shape;965;p22"/>
          <p:cNvGrpSpPr/>
          <p:nvPr/>
        </p:nvGrpSpPr>
        <p:grpSpPr>
          <a:xfrm>
            <a:off x="715106" y="172001"/>
            <a:ext cx="230574" cy="230597"/>
            <a:chOff x="1869495" y="230908"/>
            <a:chExt cx="117892" cy="117892"/>
          </a:xfrm>
        </p:grpSpPr>
        <p:sp>
          <p:nvSpPr>
            <p:cNvPr id="966" name="Google Shape;966;p22"/>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2"/>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8" name="Google Shape;968;p22"/>
          <p:cNvGrpSpPr/>
          <p:nvPr/>
        </p:nvGrpSpPr>
        <p:grpSpPr>
          <a:xfrm>
            <a:off x="715090" y="4722881"/>
            <a:ext cx="2227501" cy="308121"/>
            <a:chOff x="715090" y="4752256"/>
            <a:chExt cx="2227501" cy="308121"/>
          </a:xfrm>
        </p:grpSpPr>
        <p:sp>
          <p:nvSpPr>
            <p:cNvPr id="969" name="Google Shape;969;p22"/>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2"/>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2"/>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2"/>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2"/>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2"/>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5" name="Google Shape;975;p22"/>
            <p:cNvGrpSpPr/>
            <p:nvPr/>
          </p:nvGrpSpPr>
          <p:grpSpPr>
            <a:xfrm>
              <a:off x="2255186" y="4862963"/>
              <a:ext cx="97814" cy="86736"/>
              <a:chOff x="2255186" y="4862963"/>
              <a:chExt cx="97814" cy="86736"/>
            </a:xfrm>
          </p:grpSpPr>
          <p:sp>
            <p:nvSpPr>
              <p:cNvPr id="976" name="Google Shape;976;p22"/>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77" name="Google Shape;977;p22"/>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978" name="Google Shape;978;p22"/>
            <p:cNvGrpSpPr/>
            <p:nvPr/>
          </p:nvGrpSpPr>
          <p:grpSpPr>
            <a:xfrm>
              <a:off x="1767461" y="4862963"/>
              <a:ext cx="122764" cy="86736"/>
              <a:chOff x="1779936" y="4862963"/>
              <a:chExt cx="122764" cy="86736"/>
            </a:xfrm>
          </p:grpSpPr>
          <p:grpSp>
            <p:nvGrpSpPr>
              <p:cNvPr id="979" name="Google Shape;979;p22"/>
              <p:cNvGrpSpPr/>
              <p:nvPr/>
            </p:nvGrpSpPr>
            <p:grpSpPr>
              <a:xfrm>
                <a:off x="1779936" y="4862963"/>
                <a:ext cx="97814" cy="86736"/>
                <a:chOff x="2255186" y="4862963"/>
                <a:chExt cx="97814" cy="86736"/>
              </a:xfrm>
            </p:grpSpPr>
            <p:sp>
              <p:nvSpPr>
                <p:cNvPr id="980" name="Google Shape;980;p22"/>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81" name="Google Shape;981;p22"/>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982" name="Google Shape;982;p22"/>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983" name="Google Shape;983;p22"/>
            <p:cNvGrpSpPr/>
            <p:nvPr/>
          </p:nvGrpSpPr>
          <p:grpSpPr>
            <a:xfrm rot="10800000">
              <a:off x="1308161" y="4862963"/>
              <a:ext cx="97814" cy="86736"/>
              <a:chOff x="2255186" y="4862963"/>
              <a:chExt cx="97814" cy="86736"/>
            </a:xfrm>
          </p:grpSpPr>
          <p:sp>
            <p:nvSpPr>
              <p:cNvPr id="984" name="Google Shape;984;p22"/>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85" name="Google Shape;985;p22"/>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986" name="Google Shape;986;p22"/>
            <p:cNvGrpSpPr/>
            <p:nvPr/>
          </p:nvGrpSpPr>
          <p:grpSpPr>
            <a:xfrm>
              <a:off x="810563" y="4862963"/>
              <a:ext cx="145800" cy="84300"/>
              <a:chOff x="786588" y="4862963"/>
              <a:chExt cx="145800" cy="84300"/>
            </a:xfrm>
          </p:grpSpPr>
          <p:sp>
            <p:nvSpPr>
              <p:cNvPr id="987" name="Google Shape;987;p22"/>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2"/>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9" name="Google Shape;989;p22"/>
            <p:cNvGrpSpPr/>
            <p:nvPr/>
          </p:nvGrpSpPr>
          <p:grpSpPr>
            <a:xfrm rot="10800000">
              <a:off x="2703113" y="4865400"/>
              <a:ext cx="145800" cy="84300"/>
              <a:chOff x="786588" y="4862963"/>
              <a:chExt cx="145800" cy="84300"/>
            </a:xfrm>
          </p:grpSpPr>
          <p:sp>
            <p:nvSpPr>
              <p:cNvPr id="990" name="Google Shape;990;p22"/>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2"/>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2" name="Google Shape;992;p22"/>
          <p:cNvSpPr txBox="1">
            <a:spLocks noGrp="1"/>
          </p:cNvSpPr>
          <p:nvPr>
            <p:ph type="subTitle" idx="3"/>
          </p:nvPr>
        </p:nvSpPr>
        <p:spPr>
          <a:xfrm>
            <a:off x="4863300" y="1332650"/>
            <a:ext cx="3264000" cy="48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Bebas Neue"/>
              <a:buNone/>
              <a:defRPr sz="2000">
                <a:latin typeface="Poppins SemiBold"/>
                <a:ea typeface="Poppins SemiBold"/>
                <a:cs typeface="Poppins SemiBold"/>
                <a:sym typeface="Poppins SemiBo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93" name="Google Shape;993;p22"/>
          <p:cNvSpPr txBox="1">
            <a:spLocks noGrp="1"/>
          </p:cNvSpPr>
          <p:nvPr>
            <p:ph type="subTitle" idx="4"/>
          </p:nvPr>
        </p:nvSpPr>
        <p:spPr>
          <a:xfrm>
            <a:off x="4770900" y="1947975"/>
            <a:ext cx="3653100" cy="218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595959"/>
              </a:buClr>
              <a:buSzPts val="1400"/>
              <a:buFont typeface="Anaheim"/>
              <a:buChar char="●"/>
              <a:defRPr>
                <a:solidFill>
                  <a:schemeClr val="dk2"/>
                </a:solidFill>
                <a:latin typeface="Mulish Medium"/>
                <a:ea typeface="Mulish Medium"/>
                <a:cs typeface="Mulish Medium"/>
                <a:sym typeface="Mulish Medium"/>
              </a:defRPr>
            </a:lvl1pPr>
            <a:lvl2pPr lvl="1" algn="ctr" rtl="0">
              <a:lnSpc>
                <a:spcPct val="100000"/>
              </a:lnSpc>
              <a:spcBef>
                <a:spcPts val="0"/>
              </a:spcBef>
              <a:spcAft>
                <a:spcPts val="0"/>
              </a:spcAft>
              <a:buClr>
                <a:srgbClr val="595959"/>
              </a:buClr>
              <a:buSzPts val="1400"/>
              <a:buFont typeface="Anaheim"/>
              <a:buChar char="○"/>
              <a:defRPr/>
            </a:lvl2pPr>
            <a:lvl3pPr lvl="2" algn="ctr" rtl="0">
              <a:lnSpc>
                <a:spcPct val="100000"/>
              </a:lnSpc>
              <a:spcBef>
                <a:spcPts val="0"/>
              </a:spcBef>
              <a:spcAft>
                <a:spcPts val="0"/>
              </a:spcAft>
              <a:buClr>
                <a:srgbClr val="595959"/>
              </a:buClr>
              <a:buSzPts val="1400"/>
              <a:buFont typeface="Anaheim"/>
              <a:buChar char="■"/>
              <a:defRPr/>
            </a:lvl3pPr>
            <a:lvl4pPr lvl="3" algn="ctr" rtl="0">
              <a:lnSpc>
                <a:spcPct val="100000"/>
              </a:lnSpc>
              <a:spcBef>
                <a:spcPts val="0"/>
              </a:spcBef>
              <a:spcAft>
                <a:spcPts val="0"/>
              </a:spcAft>
              <a:buClr>
                <a:srgbClr val="595959"/>
              </a:buClr>
              <a:buSzPts val="1400"/>
              <a:buFont typeface="Anaheim"/>
              <a:buChar char="●"/>
              <a:defRPr/>
            </a:lvl4pPr>
            <a:lvl5pPr lvl="4" algn="ctr" rtl="0">
              <a:lnSpc>
                <a:spcPct val="100000"/>
              </a:lnSpc>
              <a:spcBef>
                <a:spcPts val="0"/>
              </a:spcBef>
              <a:spcAft>
                <a:spcPts val="0"/>
              </a:spcAft>
              <a:buClr>
                <a:srgbClr val="595959"/>
              </a:buClr>
              <a:buSzPts val="1400"/>
              <a:buFont typeface="Anaheim"/>
              <a:buChar char="○"/>
              <a:defRPr/>
            </a:lvl5pPr>
            <a:lvl6pPr lvl="5" algn="ctr" rtl="0">
              <a:lnSpc>
                <a:spcPct val="100000"/>
              </a:lnSpc>
              <a:spcBef>
                <a:spcPts val="0"/>
              </a:spcBef>
              <a:spcAft>
                <a:spcPts val="0"/>
              </a:spcAft>
              <a:buClr>
                <a:srgbClr val="595959"/>
              </a:buClr>
              <a:buSzPts val="1400"/>
              <a:buFont typeface="Anaheim"/>
              <a:buChar char="■"/>
              <a:defRPr/>
            </a:lvl6pPr>
            <a:lvl7pPr lvl="6" algn="ctr" rtl="0">
              <a:lnSpc>
                <a:spcPct val="100000"/>
              </a:lnSpc>
              <a:spcBef>
                <a:spcPts val="0"/>
              </a:spcBef>
              <a:spcAft>
                <a:spcPts val="0"/>
              </a:spcAft>
              <a:buClr>
                <a:srgbClr val="595959"/>
              </a:buClr>
              <a:buSzPts val="1400"/>
              <a:buFont typeface="Anaheim"/>
              <a:buChar char="●"/>
              <a:defRPr/>
            </a:lvl7pPr>
            <a:lvl8pPr lvl="7" algn="ctr" rtl="0">
              <a:lnSpc>
                <a:spcPct val="100000"/>
              </a:lnSpc>
              <a:spcBef>
                <a:spcPts val="0"/>
              </a:spcBef>
              <a:spcAft>
                <a:spcPts val="0"/>
              </a:spcAft>
              <a:buClr>
                <a:srgbClr val="595959"/>
              </a:buClr>
              <a:buSzPts val="1400"/>
              <a:buFont typeface="Anaheim"/>
              <a:buChar char="○"/>
              <a:defRPr/>
            </a:lvl8pPr>
            <a:lvl9pPr lvl="8" algn="ctr" rtl="0">
              <a:lnSpc>
                <a:spcPct val="100000"/>
              </a:lnSpc>
              <a:spcBef>
                <a:spcPts val="0"/>
              </a:spcBef>
              <a:spcAft>
                <a:spcPts val="0"/>
              </a:spcAft>
              <a:buClr>
                <a:srgbClr val="595959"/>
              </a:buClr>
              <a:buSzPts val="1400"/>
              <a:buFont typeface="Anaheim"/>
              <a:buChar char="■"/>
              <a:defRPr/>
            </a:lvl9pPr>
          </a:lstStyle>
          <a:p>
            <a:endParaRPr/>
          </a:p>
        </p:txBody>
      </p:sp>
      <p:grpSp>
        <p:nvGrpSpPr>
          <p:cNvPr id="994" name="Google Shape;994;p22"/>
          <p:cNvGrpSpPr/>
          <p:nvPr/>
        </p:nvGrpSpPr>
        <p:grpSpPr>
          <a:xfrm>
            <a:off x="6844854" y="4668587"/>
            <a:ext cx="1584035" cy="416703"/>
            <a:chOff x="6844854" y="4668587"/>
            <a:chExt cx="1584035" cy="416703"/>
          </a:xfrm>
        </p:grpSpPr>
        <p:sp>
          <p:nvSpPr>
            <p:cNvPr id="995" name="Google Shape;995;p22"/>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6" name="Google Shape;996;p22"/>
            <p:cNvGrpSpPr/>
            <p:nvPr/>
          </p:nvGrpSpPr>
          <p:grpSpPr>
            <a:xfrm>
              <a:off x="8054048" y="4823050"/>
              <a:ext cx="138315" cy="107779"/>
              <a:chOff x="1900456" y="4780923"/>
              <a:chExt cx="138315" cy="107779"/>
            </a:xfrm>
          </p:grpSpPr>
          <p:sp>
            <p:nvSpPr>
              <p:cNvPr id="997" name="Google Shape;997;p22"/>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8" name="Google Shape;998;p22"/>
              <p:cNvGrpSpPr/>
              <p:nvPr/>
            </p:nvGrpSpPr>
            <p:grpSpPr>
              <a:xfrm>
                <a:off x="1900456" y="4825827"/>
                <a:ext cx="138315" cy="62875"/>
                <a:chOff x="1900456" y="4825827"/>
                <a:chExt cx="138315" cy="62875"/>
              </a:xfrm>
            </p:grpSpPr>
            <p:sp>
              <p:nvSpPr>
                <p:cNvPr id="999" name="Google Shape;999;p22"/>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2"/>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01" name="Google Shape;1001;p22"/>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002"/>
        <p:cNvGrpSpPr/>
        <p:nvPr/>
      </p:nvGrpSpPr>
      <p:grpSpPr>
        <a:xfrm>
          <a:off x="0" y="0"/>
          <a:ext cx="0" cy="0"/>
          <a:chOff x="0" y="0"/>
          <a:chExt cx="0" cy="0"/>
        </a:xfrm>
      </p:grpSpPr>
      <p:sp>
        <p:nvSpPr>
          <p:cNvPr id="1003" name="Google Shape;1003;p23"/>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04" name="Google Shape;1004;p23"/>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3"/>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3"/>
          <p:cNvSpPr/>
          <p:nvPr/>
        </p:nvSpPr>
        <p:spPr>
          <a:xfrm>
            <a:off x="4180625" y="74650"/>
            <a:ext cx="600600" cy="468600"/>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7" name="Google Shape;1007;p23"/>
          <p:cNvGrpSpPr/>
          <p:nvPr/>
        </p:nvGrpSpPr>
        <p:grpSpPr>
          <a:xfrm>
            <a:off x="4380308" y="177933"/>
            <a:ext cx="201427" cy="210169"/>
            <a:chOff x="5143693" y="188357"/>
            <a:chExt cx="153843" cy="160520"/>
          </a:xfrm>
        </p:grpSpPr>
        <p:sp>
          <p:nvSpPr>
            <p:cNvPr id="1008" name="Google Shape;1008;p23"/>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3"/>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0" name="Google Shape;1010;p23"/>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1" name="Google Shape;1011;p23"/>
          <p:cNvGrpSpPr/>
          <p:nvPr/>
        </p:nvGrpSpPr>
        <p:grpSpPr>
          <a:xfrm>
            <a:off x="3643773" y="202655"/>
            <a:ext cx="236409" cy="169294"/>
            <a:chOff x="3740546" y="215105"/>
            <a:chExt cx="180561" cy="129301"/>
          </a:xfrm>
        </p:grpSpPr>
        <p:sp>
          <p:nvSpPr>
            <p:cNvPr id="1012" name="Google Shape;1012;p23"/>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3"/>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3"/>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5" name="Google Shape;1015;p23"/>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3"/>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7" name="Google Shape;1017;p23"/>
          <p:cNvGrpSpPr/>
          <p:nvPr/>
        </p:nvGrpSpPr>
        <p:grpSpPr>
          <a:xfrm>
            <a:off x="8192365" y="205607"/>
            <a:ext cx="236420" cy="186272"/>
            <a:chOff x="8118277" y="187250"/>
            <a:chExt cx="268293" cy="211384"/>
          </a:xfrm>
        </p:grpSpPr>
        <p:sp>
          <p:nvSpPr>
            <p:cNvPr id="1018" name="Google Shape;1018;p23"/>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3"/>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3"/>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1" name="Google Shape;1021;p23"/>
          <p:cNvGrpSpPr/>
          <p:nvPr/>
        </p:nvGrpSpPr>
        <p:grpSpPr>
          <a:xfrm>
            <a:off x="715106" y="172001"/>
            <a:ext cx="230574" cy="230597"/>
            <a:chOff x="1869495" y="230908"/>
            <a:chExt cx="117892" cy="117892"/>
          </a:xfrm>
        </p:grpSpPr>
        <p:sp>
          <p:nvSpPr>
            <p:cNvPr id="1022" name="Google Shape;1022;p23"/>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3"/>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4" name="Google Shape;1024;p23"/>
          <p:cNvGrpSpPr/>
          <p:nvPr/>
        </p:nvGrpSpPr>
        <p:grpSpPr>
          <a:xfrm>
            <a:off x="715090" y="4722881"/>
            <a:ext cx="2227501" cy="308121"/>
            <a:chOff x="715090" y="4752256"/>
            <a:chExt cx="2227501" cy="308121"/>
          </a:xfrm>
        </p:grpSpPr>
        <p:sp>
          <p:nvSpPr>
            <p:cNvPr id="1025" name="Google Shape;1025;p23"/>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3"/>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3"/>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3"/>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3"/>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3"/>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1" name="Google Shape;1031;p23"/>
            <p:cNvGrpSpPr/>
            <p:nvPr/>
          </p:nvGrpSpPr>
          <p:grpSpPr>
            <a:xfrm>
              <a:off x="2255186" y="4862963"/>
              <a:ext cx="97814" cy="86736"/>
              <a:chOff x="2255186" y="4862963"/>
              <a:chExt cx="97814" cy="86736"/>
            </a:xfrm>
          </p:grpSpPr>
          <p:sp>
            <p:nvSpPr>
              <p:cNvPr id="1032" name="Google Shape;1032;p23"/>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3" name="Google Shape;1033;p23"/>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034" name="Google Shape;1034;p23"/>
            <p:cNvGrpSpPr/>
            <p:nvPr/>
          </p:nvGrpSpPr>
          <p:grpSpPr>
            <a:xfrm>
              <a:off x="1767461" y="4862963"/>
              <a:ext cx="122764" cy="86736"/>
              <a:chOff x="1779936" y="4862963"/>
              <a:chExt cx="122764" cy="86736"/>
            </a:xfrm>
          </p:grpSpPr>
          <p:grpSp>
            <p:nvGrpSpPr>
              <p:cNvPr id="1035" name="Google Shape;1035;p23"/>
              <p:cNvGrpSpPr/>
              <p:nvPr/>
            </p:nvGrpSpPr>
            <p:grpSpPr>
              <a:xfrm>
                <a:off x="1779936" y="4862963"/>
                <a:ext cx="97814" cy="86736"/>
                <a:chOff x="2255186" y="4862963"/>
                <a:chExt cx="97814" cy="86736"/>
              </a:xfrm>
            </p:grpSpPr>
            <p:sp>
              <p:nvSpPr>
                <p:cNvPr id="1036" name="Google Shape;1036;p23"/>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7" name="Google Shape;1037;p23"/>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1038" name="Google Shape;1038;p23"/>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039" name="Google Shape;1039;p23"/>
            <p:cNvGrpSpPr/>
            <p:nvPr/>
          </p:nvGrpSpPr>
          <p:grpSpPr>
            <a:xfrm rot="10800000">
              <a:off x="1308161" y="4862963"/>
              <a:ext cx="97814" cy="86736"/>
              <a:chOff x="2255186" y="4862963"/>
              <a:chExt cx="97814" cy="86736"/>
            </a:xfrm>
          </p:grpSpPr>
          <p:sp>
            <p:nvSpPr>
              <p:cNvPr id="1040" name="Google Shape;1040;p23"/>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41" name="Google Shape;1041;p23"/>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042" name="Google Shape;1042;p23"/>
            <p:cNvGrpSpPr/>
            <p:nvPr/>
          </p:nvGrpSpPr>
          <p:grpSpPr>
            <a:xfrm>
              <a:off x="810563" y="4862963"/>
              <a:ext cx="145800" cy="84300"/>
              <a:chOff x="786588" y="4862963"/>
              <a:chExt cx="145800" cy="84300"/>
            </a:xfrm>
          </p:grpSpPr>
          <p:sp>
            <p:nvSpPr>
              <p:cNvPr id="1043" name="Google Shape;1043;p23"/>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3"/>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5" name="Google Shape;1045;p23"/>
            <p:cNvGrpSpPr/>
            <p:nvPr/>
          </p:nvGrpSpPr>
          <p:grpSpPr>
            <a:xfrm rot="10800000">
              <a:off x="2703113" y="4865400"/>
              <a:ext cx="145800" cy="84300"/>
              <a:chOff x="786588" y="4862963"/>
              <a:chExt cx="145800" cy="84300"/>
            </a:xfrm>
          </p:grpSpPr>
          <p:sp>
            <p:nvSpPr>
              <p:cNvPr id="1046" name="Google Shape;1046;p23"/>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3"/>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48" name="Google Shape;1048;p23"/>
          <p:cNvGrpSpPr/>
          <p:nvPr/>
        </p:nvGrpSpPr>
        <p:grpSpPr>
          <a:xfrm>
            <a:off x="6844854" y="4668587"/>
            <a:ext cx="1584035" cy="416703"/>
            <a:chOff x="6844854" y="4668587"/>
            <a:chExt cx="1584035" cy="416703"/>
          </a:xfrm>
        </p:grpSpPr>
        <p:sp>
          <p:nvSpPr>
            <p:cNvPr id="1049" name="Google Shape;1049;p23"/>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3"/>
            <p:cNvGrpSpPr/>
            <p:nvPr/>
          </p:nvGrpSpPr>
          <p:grpSpPr>
            <a:xfrm>
              <a:off x="8054048" y="4823050"/>
              <a:ext cx="138315" cy="107779"/>
              <a:chOff x="1900456" y="4780923"/>
              <a:chExt cx="138315" cy="107779"/>
            </a:xfrm>
          </p:grpSpPr>
          <p:sp>
            <p:nvSpPr>
              <p:cNvPr id="1051" name="Google Shape;1051;p23"/>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2" name="Google Shape;1052;p23"/>
              <p:cNvGrpSpPr/>
              <p:nvPr/>
            </p:nvGrpSpPr>
            <p:grpSpPr>
              <a:xfrm>
                <a:off x="1900456" y="4825827"/>
                <a:ext cx="138315" cy="62875"/>
                <a:chOff x="1900456" y="4825827"/>
                <a:chExt cx="138315" cy="62875"/>
              </a:xfrm>
            </p:grpSpPr>
            <p:sp>
              <p:nvSpPr>
                <p:cNvPr id="1053" name="Google Shape;1053;p23"/>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3"/>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55" name="Google Shape;1055;p23"/>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056"/>
        <p:cNvGrpSpPr/>
        <p:nvPr/>
      </p:nvGrpSpPr>
      <p:grpSpPr>
        <a:xfrm>
          <a:off x="0" y="0"/>
          <a:ext cx="0" cy="0"/>
          <a:chOff x="0" y="0"/>
          <a:chExt cx="0" cy="0"/>
        </a:xfrm>
      </p:grpSpPr>
      <p:sp>
        <p:nvSpPr>
          <p:cNvPr id="1057" name="Google Shape;1057;p24"/>
          <p:cNvSpPr/>
          <p:nvPr/>
        </p:nvSpPr>
        <p:spPr>
          <a:xfrm>
            <a:off x="-11100" y="543250"/>
            <a:ext cx="9166200" cy="4647300"/>
          </a:xfrm>
          <a:prstGeom prst="round2SameRect">
            <a:avLst>
              <a:gd name="adj1" fmla="val 7482"/>
              <a:gd name="adj2" fmla="val 0"/>
            </a:avLst>
          </a:prstGeom>
          <a:gradFill>
            <a:gsLst>
              <a:gs pos="0">
                <a:srgbClr val="FFFFFF"/>
              </a:gs>
              <a:gs pos="100000">
                <a:srgbClr val="9FA2D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4"/>
          <p:cNvSpPr/>
          <p:nvPr/>
        </p:nvSpPr>
        <p:spPr>
          <a:xfrm>
            <a:off x="-1470125" y="1337827"/>
            <a:ext cx="13567925" cy="4045561"/>
          </a:xfrm>
          <a:custGeom>
            <a:avLst/>
            <a:gdLst/>
            <a:ahLst/>
            <a:cxnLst/>
            <a:rect l="l" t="t" r="r" b="b"/>
            <a:pathLst>
              <a:path w="151280" h="56607" extrusionOk="0">
                <a:moveTo>
                  <a:pt x="127271" y="1"/>
                </a:moveTo>
                <a:cubicBezTo>
                  <a:pt x="125127" y="1"/>
                  <a:pt x="122955" y="198"/>
                  <a:pt x="120762" y="618"/>
                </a:cubicBezTo>
                <a:cubicBezTo>
                  <a:pt x="104136" y="3840"/>
                  <a:pt x="93528" y="18825"/>
                  <a:pt x="79424" y="26788"/>
                </a:cubicBezTo>
                <a:cubicBezTo>
                  <a:pt x="76161" y="28632"/>
                  <a:pt x="71835" y="29257"/>
                  <a:pt x="67398" y="29257"/>
                </a:cubicBezTo>
                <a:cubicBezTo>
                  <a:pt x="62617" y="29257"/>
                  <a:pt x="57708" y="28531"/>
                  <a:pt x="53861" y="27822"/>
                </a:cubicBezTo>
                <a:cubicBezTo>
                  <a:pt x="48212" y="26760"/>
                  <a:pt x="42866" y="25261"/>
                  <a:pt x="37285" y="25261"/>
                </a:cubicBezTo>
                <a:cubicBezTo>
                  <a:pt x="35358" y="25261"/>
                  <a:pt x="33403" y="25440"/>
                  <a:pt x="31399" y="25877"/>
                </a:cubicBezTo>
                <a:cubicBezTo>
                  <a:pt x="20912" y="28187"/>
                  <a:pt x="12797" y="35117"/>
                  <a:pt x="6900" y="43658"/>
                </a:cubicBezTo>
                <a:cubicBezTo>
                  <a:pt x="4134" y="47731"/>
                  <a:pt x="1824" y="52138"/>
                  <a:pt x="0" y="56606"/>
                </a:cubicBezTo>
                <a:lnTo>
                  <a:pt x="151279" y="56606"/>
                </a:lnTo>
                <a:lnTo>
                  <a:pt x="151279" y="7730"/>
                </a:lnTo>
                <a:cubicBezTo>
                  <a:pt x="143964" y="3137"/>
                  <a:pt x="135831" y="1"/>
                  <a:pt x="127271" y="1"/>
                </a:cubicBezTo>
                <a:close/>
              </a:path>
            </a:pathLst>
          </a:custGeom>
          <a:gradFill>
            <a:gsLst>
              <a:gs pos="0">
                <a:srgbClr val="3B356D"/>
              </a:gs>
              <a:gs pos="100000">
                <a:srgbClr val="0C0B1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4"/>
          <p:cNvSpPr/>
          <p:nvPr/>
        </p:nvSpPr>
        <p:spPr>
          <a:xfrm>
            <a:off x="4180625" y="74650"/>
            <a:ext cx="600600" cy="468600"/>
          </a:xfrm>
          <a:prstGeom prst="round2SameRect">
            <a:avLst>
              <a:gd name="adj1" fmla="val 50000"/>
              <a:gd name="adj2"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0" name="Google Shape;1060;p24"/>
          <p:cNvGrpSpPr/>
          <p:nvPr/>
        </p:nvGrpSpPr>
        <p:grpSpPr>
          <a:xfrm>
            <a:off x="4380308" y="177933"/>
            <a:ext cx="201427" cy="210169"/>
            <a:chOff x="5143693" y="188357"/>
            <a:chExt cx="153843" cy="160520"/>
          </a:xfrm>
        </p:grpSpPr>
        <p:sp>
          <p:nvSpPr>
            <p:cNvPr id="1061" name="Google Shape;1061;p24"/>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4"/>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3" name="Google Shape;1063;p24"/>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4" name="Google Shape;1064;p24"/>
          <p:cNvGrpSpPr/>
          <p:nvPr/>
        </p:nvGrpSpPr>
        <p:grpSpPr>
          <a:xfrm>
            <a:off x="3643773" y="202655"/>
            <a:ext cx="236409" cy="169294"/>
            <a:chOff x="3740546" y="215105"/>
            <a:chExt cx="180561" cy="129301"/>
          </a:xfrm>
        </p:grpSpPr>
        <p:sp>
          <p:nvSpPr>
            <p:cNvPr id="1065" name="Google Shape;1065;p24"/>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4"/>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4"/>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8" name="Google Shape;1068;p24"/>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4"/>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0" name="Google Shape;1070;p24"/>
          <p:cNvGrpSpPr/>
          <p:nvPr/>
        </p:nvGrpSpPr>
        <p:grpSpPr>
          <a:xfrm>
            <a:off x="8192365" y="205607"/>
            <a:ext cx="236420" cy="186272"/>
            <a:chOff x="8118277" y="187250"/>
            <a:chExt cx="268293" cy="211384"/>
          </a:xfrm>
        </p:grpSpPr>
        <p:sp>
          <p:nvSpPr>
            <p:cNvPr id="1071" name="Google Shape;1071;p24"/>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4"/>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4"/>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4" name="Google Shape;1074;p24"/>
          <p:cNvGrpSpPr/>
          <p:nvPr/>
        </p:nvGrpSpPr>
        <p:grpSpPr>
          <a:xfrm>
            <a:off x="715106" y="172001"/>
            <a:ext cx="230574" cy="230597"/>
            <a:chOff x="1869495" y="230908"/>
            <a:chExt cx="117892" cy="117892"/>
          </a:xfrm>
        </p:grpSpPr>
        <p:sp>
          <p:nvSpPr>
            <p:cNvPr id="1075" name="Google Shape;1075;p24"/>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4"/>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7" name="Google Shape;1077;p24"/>
          <p:cNvSpPr txBox="1"/>
          <p:nvPr/>
        </p:nvSpPr>
        <p:spPr>
          <a:xfrm>
            <a:off x="1499750" y="3845575"/>
            <a:ext cx="4293900" cy="492600"/>
          </a:xfrm>
          <a:prstGeom prst="rect">
            <a:avLst/>
          </a:prstGeom>
          <a:noFill/>
          <a:ln>
            <a:noFill/>
          </a:ln>
        </p:spPr>
        <p:txBody>
          <a:bodyPr spcFirstLastPara="1" wrap="square" lIns="91425" tIns="91425" rIns="91425" bIns="91425" anchor="t" anchorCtr="0">
            <a:spAutoFit/>
          </a:bodyPr>
          <a:lstStyle/>
          <a:p>
            <a:pPr marL="0" lvl="0" indent="0" algn="l" rtl="0">
              <a:spcBef>
                <a:spcPts val="300"/>
              </a:spcBef>
              <a:spcAft>
                <a:spcPts val="0"/>
              </a:spcAft>
              <a:buNone/>
            </a:pPr>
            <a:r>
              <a:rPr lang="en" sz="1000">
                <a:solidFill>
                  <a:schemeClr val="dk1"/>
                </a:solidFill>
                <a:latin typeface="Mulish Medium"/>
                <a:ea typeface="Mulish Medium"/>
                <a:cs typeface="Mulish Medium"/>
                <a:sym typeface="Mulish Medium"/>
              </a:rPr>
              <a:t>CREDITS: This presentation template was created by </a:t>
            </a:r>
            <a:r>
              <a:rPr lang="en" sz="1000" b="1">
                <a:solidFill>
                  <a:schemeClr val="dk1"/>
                </a:solidFill>
                <a:uFill>
                  <a:noFill/>
                </a:uFill>
                <a:latin typeface="Mulish"/>
                <a:ea typeface="Mulish"/>
                <a:cs typeface="Mulish"/>
                <a:sym typeface="Mulish"/>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a:solidFill>
                  <a:schemeClr val="dk1"/>
                </a:solidFill>
                <a:latin typeface="Mulish Medium"/>
                <a:ea typeface="Mulish Medium"/>
                <a:cs typeface="Mulish Medium"/>
                <a:sym typeface="Mulish Medium"/>
              </a:rPr>
              <a:t>, and it includes icons by </a:t>
            </a:r>
            <a:r>
              <a:rPr lang="en" sz="1000" b="1">
                <a:solidFill>
                  <a:schemeClr val="dk1"/>
                </a:solidFill>
                <a:uFill>
                  <a:noFill/>
                </a:uFill>
                <a:latin typeface="Mulish"/>
                <a:ea typeface="Mulish"/>
                <a:cs typeface="Mulish"/>
                <a:sym typeface="Mulish"/>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a:solidFill>
                  <a:schemeClr val="dk1"/>
                </a:solidFill>
                <a:latin typeface="Mulish Medium"/>
                <a:ea typeface="Mulish Medium"/>
                <a:cs typeface="Mulish Medium"/>
                <a:sym typeface="Mulish Medium"/>
              </a:rPr>
              <a:t>, infographics &amp; images by </a:t>
            </a:r>
            <a:r>
              <a:rPr lang="en" sz="1000" b="1">
                <a:solidFill>
                  <a:schemeClr val="dk1"/>
                </a:solidFill>
                <a:uFill>
                  <a:noFill/>
                </a:uFill>
                <a:latin typeface="Mulish"/>
                <a:ea typeface="Mulish"/>
                <a:cs typeface="Mulish"/>
                <a:sym typeface="Mulish"/>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b="1">
              <a:solidFill>
                <a:schemeClr val="dk1"/>
              </a:solidFill>
              <a:latin typeface="Mulish"/>
              <a:ea typeface="Mulish"/>
              <a:cs typeface="Mulish"/>
              <a:sym typeface="Mulish"/>
            </a:endParaRPr>
          </a:p>
        </p:txBody>
      </p:sp>
      <p:sp>
        <p:nvSpPr>
          <p:cNvPr id="1078" name="Google Shape;1078;p24"/>
          <p:cNvSpPr txBox="1">
            <a:spLocks noGrp="1"/>
          </p:cNvSpPr>
          <p:nvPr>
            <p:ph type="ctrTitle"/>
          </p:nvPr>
        </p:nvSpPr>
        <p:spPr>
          <a:xfrm>
            <a:off x="1447275" y="839575"/>
            <a:ext cx="4284000" cy="997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5200"/>
              <a:buNone/>
              <a:defRPr sz="7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79" name="Google Shape;1079;p24"/>
          <p:cNvSpPr txBox="1">
            <a:spLocks noGrp="1"/>
          </p:cNvSpPr>
          <p:nvPr>
            <p:ph type="subTitle" idx="1"/>
          </p:nvPr>
        </p:nvSpPr>
        <p:spPr>
          <a:xfrm>
            <a:off x="1466588" y="1807800"/>
            <a:ext cx="4360200" cy="123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600">
                <a:latin typeface="Mulish Medium"/>
                <a:ea typeface="Mulish Medium"/>
                <a:cs typeface="Mulish Medium"/>
                <a:sym typeface="Mulish Medium"/>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lt1"/>
        </a:solidFill>
        <a:effectLst/>
      </p:bgPr>
    </p:bg>
    <p:spTree>
      <p:nvGrpSpPr>
        <p:cNvPr id="1" name="Shape 1080"/>
        <p:cNvGrpSpPr/>
        <p:nvPr/>
      </p:nvGrpSpPr>
      <p:grpSpPr>
        <a:xfrm>
          <a:off x="0" y="0"/>
          <a:ext cx="0" cy="0"/>
          <a:chOff x="0" y="0"/>
          <a:chExt cx="0" cy="0"/>
        </a:xfrm>
      </p:grpSpPr>
      <p:sp>
        <p:nvSpPr>
          <p:cNvPr id="1081" name="Google Shape;1081;p25"/>
          <p:cNvSpPr/>
          <p:nvPr/>
        </p:nvSpPr>
        <p:spPr>
          <a:xfrm>
            <a:off x="0" y="4609488"/>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5"/>
          <p:cNvSpPr/>
          <p:nvPr/>
        </p:nvSpPr>
        <p:spPr>
          <a:xfrm>
            <a:off x="0" y="0"/>
            <a:ext cx="9144000" cy="5349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5"/>
          <p:cNvSpPr/>
          <p:nvPr/>
        </p:nvSpPr>
        <p:spPr>
          <a:xfrm>
            <a:off x="4180625" y="74650"/>
            <a:ext cx="600600" cy="468600"/>
          </a:xfrm>
          <a:prstGeom prst="round2SameRect">
            <a:avLst>
              <a:gd name="adj1" fmla="val 50000"/>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4" name="Google Shape;1084;p25"/>
          <p:cNvGrpSpPr/>
          <p:nvPr/>
        </p:nvGrpSpPr>
        <p:grpSpPr>
          <a:xfrm>
            <a:off x="4380308" y="177933"/>
            <a:ext cx="201427" cy="210169"/>
            <a:chOff x="5143693" y="188357"/>
            <a:chExt cx="153843" cy="160520"/>
          </a:xfrm>
        </p:grpSpPr>
        <p:sp>
          <p:nvSpPr>
            <p:cNvPr id="1085" name="Google Shape;1085;p25"/>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5"/>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7" name="Google Shape;1087;p25"/>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8" name="Google Shape;1088;p25"/>
          <p:cNvGrpSpPr/>
          <p:nvPr/>
        </p:nvGrpSpPr>
        <p:grpSpPr>
          <a:xfrm>
            <a:off x="3643773" y="202655"/>
            <a:ext cx="236409" cy="169294"/>
            <a:chOff x="3740546" y="215105"/>
            <a:chExt cx="180561" cy="129301"/>
          </a:xfrm>
        </p:grpSpPr>
        <p:sp>
          <p:nvSpPr>
            <p:cNvPr id="1089" name="Google Shape;1089;p25"/>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5"/>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5"/>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2" name="Google Shape;1092;p25"/>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5"/>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4" name="Google Shape;1094;p25"/>
          <p:cNvGrpSpPr/>
          <p:nvPr/>
        </p:nvGrpSpPr>
        <p:grpSpPr>
          <a:xfrm>
            <a:off x="8192365" y="205607"/>
            <a:ext cx="236420" cy="186272"/>
            <a:chOff x="8118277" y="187250"/>
            <a:chExt cx="268293" cy="211384"/>
          </a:xfrm>
        </p:grpSpPr>
        <p:sp>
          <p:nvSpPr>
            <p:cNvPr id="1095" name="Google Shape;1095;p25"/>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5"/>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5"/>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25"/>
          <p:cNvGrpSpPr/>
          <p:nvPr/>
        </p:nvGrpSpPr>
        <p:grpSpPr>
          <a:xfrm>
            <a:off x="715106" y="172001"/>
            <a:ext cx="230574" cy="230597"/>
            <a:chOff x="1869495" y="230908"/>
            <a:chExt cx="117892" cy="117892"/>
          </a:xfrm>
        </p:grpSpPr>
        <p:sp>
          <p:nvSpPr>
            <p:cNvPr id="1099" name="Google Shape;1099;p25"/>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5"/>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1" name="Google Shape;1101;p25"/>
          <p:cNvGrpSpPr/>
          <p:nvPr/>
        </p:nvGrpSpPr>
        <p:grpSpPr>
          <a:xfrm>
            <a:off x="715090" y="4722881"/>
            <a:ext cx="2227501" cy="308121"/>
            <a:chOff x="715090" y="4752256"/>
            <a:chExt cx="2227501" cy="308121"/>
          </a:xfrm>
        </p:grpSpPr>
        <p:sp>
          <p:nvSpPr>
            <p:cNvPr id="1102" name="Google Shape;1102;p25"/>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5"/>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5"/>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5"/>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5"/>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5"/>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8" name="Google Shape;1108;p25"/>
            <p:cNvGrpSpPr/>
            <p:nvPr/>
          </p:nvGrpSpPr>
          <p:grpSpPr>
            <a:xfrm>
              <a:off x="2255186" y="4862963"/>
              <a:ext cx="97814" cy="86736"/>
              <a:chOff x="2255186" y="4862963"/>
              <a:chExt cx="97814" cy="86736"/>
            </a:xfrm>
          </p:grpSpPr>
          <p:sp>
            <p:nvSpPr>
              <p:cNvPr id="1109" name="Google Shape;1109;p25"/>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0" name="Google Shape;1110;p25"/>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111" name="Google Shape;1111;p25"/>
            <p:cNvGrpSpPr/>
            <p:nvPr/>
          </p:nvGrpSpPr>
          <p:grpSpPr>
            <a:xfrm>
              <a:off x="1767461" y="4862963"/>
              <a:ext cx="122764" cy="86736"/>
              <a:chOff x="1779936" y="4862963"/>
              <a:chExt cx="122764" cy="86736"/>
            </a:xfrm>
          </p:grpSpPr>
          <p:grpSp>
            <p:nvGrpSpPr>
              <p:cNvPr id="1112" name="Google Shape;1112;p25"/>
              <p:cNvGrpSpPr/>
              <p:nvPr/>
            </p:nvGrpSpPr>
            <p:grpSpPr>
              <a:xfrm>
                <a:off x="1779936" y="4862963"/>
                <a:ext cx="97814" cy="86736"/>
                <a:chOff x="2255186" y="4862963"/>
                <a:chExt cx="97814" cy="86736"/>
              </a:xfrm>
            </p:grpSpPr>
            <p:sp>
              <p:nvSpPr>
                <p:cNvPr id="1113" name="Google Shape;1113;p25"/>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4" name="Google Shape;1114;p25"/>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1115" name="Google Shape;1115;p25"/>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116" name="Google Shape;1116;p25"/>
            <p:cNvGrpSpPr/>
            <p:nvPr/>
          </p:nvGrpSpPr>
          <p:grpSpPr>
            <a:xfrm rot="10800000">
              <a:off x="1308161" y="4862963"/>
              <a:ext cx="97814" cy="86736"/>
              <a:chOff x="2255186" y="4862963"/>
              <a:chExt cx="97814" cy="86736"/>
            </a:xfrm>
          </p:grpSpPr>
          <p:sp>
            <p:nvSpPr>
              <p:cNvPr id="1117" name="Google Shape;1117;p25"/>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8" name="Google Shape;1118;p25"/>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119" name="Google Shape;1119;p25"/>
            <p:cNvGrpSpPr/>
            <p:nvPr/>
          </p:nvGrpSpPr>
          <p:grpSpPr>
            <a:xfrm>
              <a:off x="810563" y="4862963"/>
              <a:ext cx="145800" cy="84300"/>
              <a:chOff x="786588" y="4862963"/>
              <a:chExt cx="145800" cy="84300"/>
            </a:xfrm>
          </p:grpSpPr>
          <p:sp>
            <p:nvSpPr>
              <p:cNvPr id="1120" name="Google Shape;1120;p25"/>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5"/>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2" name="Google Shape;1122;p25"/>
            <p:cNvGrpSpPr/>
            <p:nvPr/>
          </p:nvGrpSpPr>
          <p:grpSpPr>
            <a:xfrm rot="10800000">
              <a:off x="2703113" y="4865400"/>
              <a:ext cx="145800" cy="84300"/>
              <a:chOff x="786588" y="4862963"/>
              <a:chExt cx="145800" cy="84300"/>
            </a:xfrm>
          </p:grpSpPr>
          <p:sp>
            <p:nvSpPr>
              <p:cNvPr id="1123" name="Google Shape;1123;p25"/>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5"/>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25" name="Google Shape;1125;p25"/>
          <p:cNvGrpSpPr/>
          <p:nvPr/>
        </p:nvGrpSpPr>
        <p:grpSpPr>
          <a:xfrm>
            <a:off x="6844854" y="4668587"/>
            <a:ext cx="1584035" cy="416703"/>
            <a:chOff x="6844854" y="4668587"/>
            <a:chExt cx="1584035" cy="416703"/>
          </a:xfrm>
        </p:grpSpPr>
        <p:sp>
          <p:nvSpPr>
            <p:cNvPr id="1126" name="Google Shape;1126;p25"/>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7" name="Google Shape;1127;p25"/>
            <p:cNvGrpSpPr/>
            <p:nvPr/>
          </p:nvGrpSpPr>
          <p:grpSpPr>
            <a:xfrm>
              <a:off x="8054048" y="4823050"/>
              <a:ext cx="138315" cy="107779"/>
              <a:chOff x="1900456" y="4780923"/>
              <a:chExt cx="138315" cy="107779"/>
            </a:xfrm>
          </p:grpSpPr>
          <p:sp>
            <p:nvSpPr>
              <p:cNvPr id="1128" name="Google Shape;1128;p25"/>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9" name="Google Shape;1129;p25"/>
              <p:cNvGrpSpPr/>
              <p:nvPr/>
            </p:nvGrpSpPr>
            <p:grpSpPr>
              <a:xfrm>
                <a:off x="1900456" y="4825827"/>
                <a:ext cx="138315" cy="62875"/>
                <a:chOff x="1900456" y="4825827"/>
                <a:chExt cx="138315" cy="62875"/>
              </a:xfrm>
            </p:grpSpPr>
            <p:sp>
              <p:nvSpPr>
                <p:cNvPr id="1130" name="Google Shape;1130;p25"/>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5"/>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2" name="Google Shape;1132;p25"/>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accent3"/>
                  </a:solidFill>
                  <a:latin typeface="Mulish Medium"/>
                  <a:ea typeface="Mulish Medium"/>
                  <a:cs typeface="Mulish Medium"/>
                  <a:sym typeface="Mulish Medium"/>
                </a:rPr>
                <a:t>Download:</a:t>
              </a:r>
              <a:endParaRPr sz="1000">
                <a:solidFill>
                  <a:schemeClr val="accent3"/>
                </a:solidFill>
                <a:latin typeface="Mulish Medium"/>
                <a:ea typeface="Mulish Medium"/>
                <a:cs typeface="Mulish Medium"/>
                <a:sym typeface="Mulish Medium"/>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dk1"/>
        </a:solidFill>
        <a:effectLst/>
      </p:bgPr>
    </p:bg>
    <p:spTree>
      <p:nvGrpSpPr>
        <p:cNvPr id="1" name="Shape 1133"/>
        <p:cNvGrpSpPr/>
        <p:nvPr/>
      </p:nvGrpSpPr>
      <p:grpSpPr>
        <a:xfrm>
          <a:off x="0" y="0"/>
          <a:ext cx="0" cy="0"/>
          <a:chOff x="0" y="0"/>
          <a:chExt cx="0" cy="0"/>
        </a:xfrm>
      </p:grpSpPr>
      <p:sp>
        <p:nvSpPr>
          <p:cNvPr id="1134" name="Google Shape;1134;p26"/>
          <p:cNvSpPr/>
          <p:nvPr/>
        </p:nvSpPr>
        <p:spPr>
          <a:xfrm>
            <a:off x="0" y="4609488"/>
            <a:ext cx="9144000" cy="534900"/>
          </a:xfrm>
          <a:prstGeom prst="roundRect">
            <a:avLst>
              <a:gd name="adj"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6"/>
          <p:cNvSpPr/>
          <p:nvPr/>
        </p:nvSpPr>
        <p:spPr>
          <a:xfrm>
            <a:off x="0" y="0"/>
            <a:ext cx="9144000" cy="534900"/>
          </a:xfrm>
          <a:prstGeom prst="roundRect">
            <a:avLst>
              <a:gd name="adj"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6"/>
          <p:cNvSpPr/>
          <p:nvPr/>
        </p:nvSpPr>
        <p:spPr>
          <a:xfrm>
            <a:off x="4180625" y="74650"/>
            <a:ext cx="600600" cy="468600"/>
          </a:xfrm>
          <a:prstGeom prst="round2SameRect">
            <a:avLst>
              <a:gd name="adj1" fmla="val 50000"/>
              <a:gd name="adj2"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7" name="Google Shape;1137;p26"/>
          <p:cNvGrpSpPr/>
          <p:nvPr/>
        </p:nvGrpSpPr>
        <p:grpSpPr>
          <a:xfrm>
            <a:off x="4380308" y="177933"/>
            <a:ext cx="201427" cy="210169"/>
            <a:chOff x="5143693" y="188357"/>
            <a:chExt cx="153843" cy="160520"/>
          </a:xfrm>
        </p:grpSpPr>
        <p:sp>
          <p:nvSpPr>
            <p:cNvPr id="1138" name="Google Shape;1138;p26"/>
            <p:cNvSpPr/>
            <p:nvPr/>
          </p:nvSpPr>
          <p:spPr>
            <a:xfrm>
              <a:off x="5187156" y="188357"/>
              <a:ext cx="66914" cy="66914"/>
            </a:xfrm>
            <a:custGeom>
              <a:avLst/>
              <a:gdLst/>
              <a:ahLst/>
              <a:cxnLst/>
              <a:rect l="l" t="t" r="r" b="b"/>
              <a:pathLst>
                <a:path w="2454" h="2454" extrusionOk="0">
                  <a:moveTo>
                    <a:pt x="1227" y="1"/>
                  </a:moveTo>
                  <a:cubicBezTo>
                    <a:pt x="573" y="1"/>
                    <a:pt x="1" y="573"/>
                    <a:pt x="1" y="1227"/>
                  </a:cubicBezTo>
                  <a:cubicBezTo>
                    <a:pt x="1" y="1881"/>
                    <a:pt x="573" y="2453"/>
                    <a:pt x="1227" y="2453"/>
                  </a:cubicBezTo>
                  <a:cubicBezTo>
                    <a:pt x="1881" y="2453"/>
                    <a:pt x="2453" y="1881"/>
                    <a:pt x="2453" y="1227"/>
                  </a:cubicBezTo>
                  <a:cubicBezTo>
                    <a:pt x="2453" y="573"/>
                    <a:pt x="1922" y="1"/>
                    <a:pt x="1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6"/>
            <p:cNvSpPr/>
            <p:nvPr/>
          </p:nvSpPr>
          <p:spPr>
            <a:xfrm>
              <a:off x="5143693" y="279754"/>
              <a:ext cx="153843" cy="69123"/>
            </a:xfrm>
            <a:custGeom>
              <a:avLst/>
              <a:gdLst/>
              <a:ahLst/>
              <a:cxnLst/>
              <a:rect l="l" t="t" r="r" b="b"/>
              <a:pathLst>
                <a:path w="5642" h="2535" extrusionOk="0">
                  <a:moveTo>
                    <a:pt x="1349" y="0"/>
                  </a:moveTo>
                  <a:cubicBezTo>
                    <a:pt x="614" y="0"/>
                    <a:pt x="1" y="613"/>
                    <a:pt x="1" y="1349"/>
                  </a:cubicBezTo>
                  <a:lnTo>
                    <a:pt x="1" y="2534"/>
                  </a:lnTo>
                  <a:lnTo>
                    <a:pt x="5641" y="2534"/>
                  </a:lnTo>
                  <a:lnTo>
                    <a:pt x="5641" y="1349"/>
                  </a:lnTo>
                  <a:cubicBezTo>
                    <a:pt x="5641" y="654"/>
                    <a:pt x="5028" y="0"/>
                    <a:pt x="42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0" name="Google Shape;1140;p26"/>
          <p:cNvSpPr/>
          <p:nvPr/>
        </p:nvSpPr>
        <p:spPr>
          <a:xfrm>
            <a:off x="3046826" y="205603"/>
            <a:ext cx="205810" cy="186831"/>
          </a:xfrm>
          <a:custGeom>
            <a:avLst/>
            <a:gdLst/>
            <a:ahLst/>
            <a:cxnLst/>
            <a:rect l="l" t="t" r="r" b="b"/>
            <a:pathLst>
              <a:path w="5765" h="5233" extrusionOk="0">
                <a:moveTo>
                  <a:pt x="2903" y="0"/>
                </a:moveTo>
                <a:lnTo>
                  <a:pt x="1" y="1594"/>
                </a:lnTo>
                <a:lnTo>
                  <a:pt x="1" y="5232"/>
                </a:lnTo>
                <a:lnTo>
                  <a:pt x="1922" y="5232"/>
                </a:lnTo>
                <a:lnTo>
                  <a:pt x="1922" y="4006"/>
                </a:lnTo>
                <a:lnTo>
                  <a:pt x="2903" y="3475"/>
                </a:lnTo>
                <a:lnTo>
                  <a:pt x="3843" y="4006"/>
                </a:lnTo>
                <a:lnTo>
                  <a:pt x="3843" y="5232"/>
                </a:lnTo>
                <a:lnTo>
                  <a:pt x="5764" y="5232"/>
                </a:lnTo>
                <a:lnTo>
                  <a:pt x="5764" y="1594"/>
                </a:lnTo>
                <a:lnTo>
                  <a:pt x="29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1" name="Google Shape;1141;p26"/>
          <p:cNvGrpSpPr/>
          <p:nvPr/>
        </p:nvGrpSpPr>
        <p:grpSpPr>
          <a:xfrm>
            <a:off x="3643773" y="202655"/>
            <a:ext cx="236409" cy="169294"/>
            <a:chOff x="3740546" y="215105"/>
            <a:chExt cx="180561" cy="129301"/>
          </a:xfrm>
        </p:grpSpPr>
        <p:sp>
          <p:nvSpPr>
            <p:cNvPr id="1142" name="Google Shape;1142;p26"/>
            <p:cNvSpPr/>
            <p:nvPr/>
          </p:nvSpPr>
          <p:spPr>
            <a:xfrm>
              <a:off x="3885414" y="215105"/>
              <a:ext cx="35693" cy="128212"/>
            </a:xfrm>
            <a:custGeom>
              <a:avLst/>
              <a:gdLst/>
              <a:ahLst/>
              <a:cxnLst/>
              <a:rect l="l" t="t" r="r" b="b"/>
              <a:pathLst>
                <a:path w="1309" h="4702" extrusionOk="0">
                  <a:moveTo>
                    <a:pt x="1" y="1"/>
                  </a:moveTo>
                  <a:lnTo>
                    <a:pt x="1" y="4701"/>
                  </a:lnTo>
                  <a:lnTo>
                    <a:pt x="1309" y="4701"/>
                  </a:lnTo>
                  <a:lnTo>
                    <a:pt x="13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6"/>
            <p:cNvSpPr/>
            <p:nvPr/>
          </p:nvSpPr>
          <p:spPr>
            <a:xfrm>
              <a:off x="3811875" y="257450"/>
              <a:ext cx="35693" cy="86956"/>
            </a:xfrm>
            <a:custGeom>
              <a:avLst/>
              <a:gdLst/>
              <a:ahLst/>
              <a:cxnLst/>
              <a:rect l="l" t="t" r="r" b="b"/>
              <a:pathLst>
                <a:path w="1309" h="3189" extrusionOk="0">
                  <a:moveTo>
                    <a:pt x="0" y="1"/>
                  </a:moveTo>
                  <a:lnTo>
                    <a:pt x="0" y="3189"/>
                  </a:lnTo>
                  <a:lnTo>
                    <a:pt x="1308" y="3189"/>
                  </a:lnTo>
                  <a:lnTo>
                    <a:pt x="13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6"/>
            <p:cNvSpPr/>
            <p:nvPr/>
          </p:nvSpPr>
          <p:spPr>
            <a:xfrm>
              <a:off x="3740546" y="298705"/>
              <a:ext cx="36811" cy="44610"/>
            </a:xfrm>
            <a:custGeom>
              <a:avLst/>
              <a:gdLst/>
              <a:ahLst/>
              <a:cxnLst/>
              <a:rect l="l" t="t" r="r" b="b"/>
              <a:pathLst>
                <a:path w="1350" h="1636" extrusionOk="0">
                  <a:moveTo>
                    <a:pt x="0" y="0"/>
                  </a:moveTo>
                  <a:lnTo>
                    <a:pt x="0" y="1635"/>
                  </a:lnTo>
                  <a:lnTo>
                    <a:pt x="1349" y="1635"/>
                  </a:lnTo>
                  <a:lnTo>
                    <a:pt x="13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5" name="Google Shape;1145;p26"/>
          <p:cNvSpPr/>
          <p:nvPr/>
        </p:nvSpPr>
        <p:spPr>
          <a:xfrm>
            <a:off x="5081684" y="167690"/>
            <a:ext cx="230592" cy="230600"/>
          </a:xfrm>
          <a:custGeom>
            <a:avLst/>
            <a:gdLst/>
            <a:ahLst/>
            <a:cxnLst/>
            <a:rect l="l" t="t" r="r" b="b"/>
            <a:pathLst>
              <a:path w="5233" h="5232" extrusionOk="0">
                <a:moveTo>
                  <a:pt x="5232" y="2616"/>
                </a:moveTo>
                <a:cubicBezTo>
                  <a:pt x="5232" y="1185"/>
                  <a:pt x="4047" y="0"/>
                  <a:pt x="2616" y="0"/>
                </a:cubicBezTo>
                <a:cubicBezTo>
                  <a:pt x="1185" y="0"/>
                  <a:pt x="0" y="1185"/>
                  <a:pt x="0" y="2616"/>
                </a:cubicBezTo>
                <a:cubicBezTo>
                  <a:pt x="0" y="4047"/>
                  <a:pt x="1185" y="5232"/>
                  <a:pt x="2616" y="5232"/>
                </a:cubicBezTo>
                <a:cubicBezTo>
                  <a:pt x="3066" y="5232"/>
                  <a:pt x="3474" y="5109"/>
                  <a:pt x="3842" y="4905"/>
                </a:cubicBezTo>
                <a:lnTo>
                  <a:pt x="4619" y="5191"/>
                </a:lnTo>
                <a:lnTo>
                  <a:pt x="4578" y="4414"/>
                </a:lnTo>
                <a:cubicBezTo>
                  <a:pt x="4987" y="3965"/>
                  <a:pt x="5232" y="3311"/>
                  <a:pt x="5232" y="2616"/>
                </a:cubicBezTo>
                <a:close/>
                <a:moveTo>
                  <a:pt x="1676" y="2779"/>
                </a:moveTo>
                <a:cubicBezTo>
                  <a:pt x="1553" y="2779"/>
                  <a:pt x="1472" y="2657"/>
                  <a:pt x="1472" y="2575"/>
                </a:cubicBezTo>
                <a:cubicBezTo>
                  <a:pt x="1472" y="2452"/>
                  <a:pt x="1553" y="2371"/>
                  <a:pt x="1676" y="2371"/>
                </a:cubicBezTo>
                <a:cubicBezTo>
                  <a:pt x="1758" y="2371"/>
                  <a:pt x="1880" y="2452"/>
                  <a:pt x="1880" y="2575"/>
                </a:cubicBezTo>
                <a:cubicBezTo>
                  <a:pt x="1880" y="2657"/>
                  <a:pt x="1758" y="2779"/>
                  <a:pt x="1676" y="2779"/>
                </a:cubicBezTo>
                <a:close/>
                <a:moveTo>
                  <a:pt x="2739" y="2779"/>
                </a:moveTo>
                <a:cubicBezTo>
                  <a:pt x="2616" y="2779"/>
                  <a:pt x="2534" y="2657"/>
                  <a:pt x="2534" y="2575"/>
                </a:cubicBezTo>
                <a:cubicBezTo>
                  <a:pt x="2534" y="2452"/>
                  <a:pt x="2616" y="2371"/>
                  <a:pt x="2739" y="2371"/>
                </a:cubicBezTo>
                <a:cubicBezTo>
                  <a:pt x="2820" y="2371"/>
                  <a:pt x="2943" y="2452"/>
                  <a:pt x="2943" y="2575"/>
                </a:cubicBezTo>
                <a:cubicBezTo>
                  <a:pt x="2943" y="2657"/>
                  <a:pt x="2820" y="2779"/>
                  <a:pt x="2739" y="2779"/>
                </a:cubicBezTo>
                <a:close/>
                <a:moveTo>
                  <a:pt x="3801" y="2779"/>
                </a:moveTo>
                <a:cubicBezTo>
                  <a:pt x="3720" y="2779"/>
                  <a:pt x="3597" y="2657"/>
                  <a:pt x="3597" y="2575"/>
                </a:cubicBezTo>
                <a:cubicBezTo>
                  <a:pt x="3597" y="2452"/>
                  <a:pt x="3720" y="2371"/>
                  <a:pt x="3801" y="2371"/>
                </a:cubicBezTo>
                <a:cubicBezTo>
                  <a:pt x="3924" y="2371"/>
                  <a:pt x="4006" y="2452"/>
                  <a:pt x="4006" y="2575"/>
                </a:cubicBezTo>
                <a:cubicBezTo>
                  <a:pt x="4006" y="2657"/>
                  <a:pt x="3924" y="2779"/>
                  <a:pt x="3801" y="277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6"/>
          <p:cNvSpPr/>
          <p:nvPr/>
        </p:nvSpPr>
        <p:spPr>
          <a:xfrm>
            <a:off x="5763846" y="166187"/>
            <a:ext cx="230586" cy="242277"/>
          </a:xfrm>
          <a:custGeom>
            <a:avLst/>
            <a:gdLst/>
            <a:ahLst/>
            <a:cxnLst/>
            <a:rect l="l" t="t" r="r" b="b"/>
            <a:pathLst>
              <a:path w="6459" h="6786" extrusionOk="0">
                <a:moveTo>
                  <a:pt x="3311" y="2535"/>
                </a:moveTo>
                <a:cubicBezTo>
                  <a:pt x="3802" y="2535"/>
                  <a:pt x="4211" y="2944"/>
                  <a:pt x="4211" y="3475"/>
                </a:cubicBezTo>
                <a:cubicBezTo>
                  <a:pt x="4211" y="3925"/>
                  <a:pt x="3802" y="4374"/>
                  <a:pt x="3311" y="4374"/>
                </a:cubicBezTo>
                <a:cubicBezTo>
                  <a:pt x="2780" y="4374"/>
                  <a:pt x="2371" y="3966"/>
                  <a:pt x="2371" y="3475"/>
                </a:cubicBezTo>
                <a:cubicBezTo>
                  <a:pt x="2371" y="2944"/>
                  <a:pt x="2780" y="2535"/>
                  <a:pt x="3311" y="2535"/>
                </a:cubicBezTo>
                <a:close/>
                <a:moveTo>
                  <a:pt x="2821" y="1"/>
                </a:moveTo>
                <a:cubicBezTo>
                  <a:pt x="2698" y="1"/>
                  <a:pt x="2535" y="123"/>
                  <a:pt x="2535" y="287"/>
                </a:cubicBezTo>
                <a:lnTo>
                  <a:pt x="2535" y="818"/>
                </a:lnTo>
                <a:cubicBezTo>
                  <a:pt x="2535" y="900"/>
                  <a:pt x="2453" y="1023"/>
                  <a:pt x="2371" y="1064"/>
                </a:cubicBezTo>
                <a:cubicBezTo>
                  <a:pt x="2167" y="1145"/>
                  <a:pt x="1840" y="1309"/>
                  <a:pt x="1595" y="1472"/>
                </a:cubicBezTo>
                <a:cubicBezTo>
                  <a:pt x="1545" y="1497"/>
                  <a:pt x="1480" y="1537"/>
                  <a:pt x="1419" y="1537"/>
                </a:cubicBezTo>
                <a:cubicBezTo>
                  <a:pt x="1379" y="1537"/>
                  <a:pt x="1341" y="1520"/>
                  <a:pt x="1309" y="1472"/>
                </a:cubicBezTo>
                <a:lnTo>
                  <a:pt x="900" y="1227"/>
                </a:lnTo>
                <a:cubicBezTo>
                  <a:pt x="835" y="1179"/>
                  <a:pt x="771" y="1156"/>
                  <a:pt x="711" y="1156"/>
                </a:cubicBezTo>
                <a:cubicBezTo>
                  <a:pt x="620" y="1156"/>
                  <a:pt x="541" y="1210"/>
                  <a:pt x="491" y="1309"/>
                </a:cubicBezTo>
                <a:lnTo>
                  <a:pt x="123" y="1963"/>
                </a:lnTo>
                <a:cubicBezTo>
                  <a:pt x="1" y="2126"/>
                  <a:pt x="82" y="2290"/>
                  <a:pt x="205" y="2371"/>
                </a:cubicBezTo>
                <a:lnTo>
                  <a:pt x="818" y="2739"/>
                </a:lnTo>
                <a:cubicBezTo>
                  <a:pt x="777" y="2944"/>
                  <a:pt x="777" y="3148"/>
                  <a:pt x="777" y="3352"/>
                </a:cubicBezTo>
                <a:cubicBezTo>
                  <a:pt x="777" y="3516"/>
                  <a:pt x="777" y="3598"/>
                  <a:pt x="818" y="3761"/>
                </a:cubicBezTo>
                <a:cubicBezTo>
                  <a:pt x="818" y="3884"/>
                  <a:pt x="777" y="4006"/>
                  <a:pt x="695" y="4088"/>
                </a:cubicBezTo>
                <a:lnTo>
                  <a:pt x="287" y="4333"/>
                </a:lnTo>
                <a:cubicBezTo>
                  <a:pt x="123" y="4415"/>
                  <a:pt x="82" y="4579"/>
                  <a:pt x="164" y="4742"/>
                </a:cubicBezTo>
                <a:lnTo>
                  <a:pt x="532" y="5396"/>
                </a:lnTo>
                <a:cubicBezTo>
                  <a:pt x="587" y="5505"/>
                  <a:pt x="677" y="5560"/>
                  <a:pt x="780" y="5560"/>
                </a:cubicBezTo>
                <a:cubicBezTo>
                  <a:pt x="832" y="5560"/>
                  <a:pt x="886" y="5546"/>
                  <a:pt x="941" y="5519"/>
                </a:cubicBezTo>
                <a:lnTo>
                  <a:pt x="1349" y="5233"/>
                </a:lnTo>
                <a:cubicBezTo>
                  <a:pt x="1379" y="5218"/>
                  <a:pt x="1420" y="5208"/>
                  <a:pt x="1462" y="5208"/>
                </a:cubicBezTo>
                <a:cubicBezTo>
                  <a:pt x="1534" y="5208"/>
                  <a:pt x="1610" y="5237"/>
                  <a:pt x="1636" y="5314"/>
                </a:cubicBezTo>
                <a:cubicBezTo>
                  <a:pt x="1922" y="5519"/>
                  <a:pt x="2208" y="5682"/>
                  <a:pt x="2576" y="5764"/>
                </a:cubicBezTo>
                <a:lnTo>
                  <a:pt x="2576" y="6459"/>
                </a:lnTo>
                <a:cubicBezTo>
                  <a:pt x="2576" y="6622"/>
                  <a:pt x="2739" y="6786"/>
                  <a:pt x="2862" y="6786"/>
                </a:cubicBezTo>
                <a:lnTo>
                  <a:pt x="3638" y="6786"/>
                </a:lnTo>
                <a:cubicBezTo>
                  <a:pt x="3802" y="6786"/>
                  <a:pt x="3965" y="6622"/>
                  <a:pt x="3965" y="6459"/>
                </a:cubicBezTo>
                <a:lnTo>
                  <a:pt x="3965" y="5968"/>
                </a:lnTo>
                <a:cubicBezTo>
                  <a:pt x="3965" y="5846"/>
                  <a:pt x="4047" y="5764"/>
                  <a:pt x="4170" y="5723"/>
                </a:cubicBezTo>
                <a:cubicBezTo>
                  <a:pt x="4415" y="5601"/>
                  <a:pt x="4660" y="5437"/>
                  <a:pt x="4865" y="5314"/>
                </a:cubicBezTo>
                <a:cubicBezTo>
                  <a:pt x="4942" y="5237"/>
                  <a:pt x="5004" y="5208"/>
                  <a:pt x="5069" y="5208"/>
                </a:cubicBezTo>
                <a:cubicBezTo>
                  <a:pt x="5107" y="5208"/>
                  <a:pt x="5147" y="5218"/>
                  <a:pt x="5192" y="5233"/>
                </a:cubicBezTo>
                <a:lnTo>
                  <a:pt x="5600" y="5519"/>
                </a:lnTo>
                <a:cubicBezTo>
                  <a:pt x="5655" y="5546"/>
                  <a:pt x="5705" y="5560"/>
                  <a:pt x="5752" y="5560"/>
                </a:cubicBezTo>
                <a:cubicBezTo>
                  <a:pt x="5846" y="5560"/>
                  <a:pt x="5927" y="5505"/>
                  <a:pt x="6009" y="5396"/>
                </a:cubicBezTo>
                <a:lnTo>
                  <a:pt x="6377" y="4742"/>
                </a:lnTo>
                <a:cubicBezTo>
                  <a:pt x="6459" y="4579"/>
                  <a:pt x="6418" y="4415"/>
                  <a:pt x="6254" y="4333"/>
                </a:cubicBezTo>
                <a:lnTo>
                  <a:pt x="5846" y="4088"/>
                </a:lnTo>
                <a:cubicBezTo>
                  <a:pt x="5764" y="4006"/>
                  <a:pt x="5682" y="3884"/>
                  <a:pt x="5682" y="3761"/>
                </a:cubicBezTo>
                <a:cubicBezTo>
                  <a:pt x="5764" y="3720"/>
                  <a:pt x="5764" y="3557"/>
                  <a:pt x="5764" y="3434"/>
                </a:cubicBezTo>
                <a:cubicBezTo>
                  <a:pt x="5764" y="3312"/>
                  <a:pt x="5764" y="3107"/>
                  <a:pt x="5682" y="3025"/>
                </a:cubicBezTo>
                <a:cubicBezTo>
                  <a:pt x="5682" y="2903"/>
                  <a:pt x="5764" y="2739"/>
                  <a:pt x="5846" y="2698"/>
                </a:cubicBezTo>
                <a:lnTo>
                  <a:pt x="6254" y="2453"/>
                </a:lnTo>
                <a:cubicBezTo>
                  <a:pt x="6418" y="2331"/>
                  <a:pt x="6459" y="2167"/>
                  <a:pt x="6377" y="2044"/>
                </a:cubicBezTo>
                <a:lnTo>
                  <a:pt x="6009" y="1350"/>
                </a:lnTo>
                <a:cubicBezTo>
                  <a:pt x="5929" y="1270"/>
                  <a:pt x="5849" y="1207"/>
                  <a:pt x="5758" y="1207"/>
                </a:cubicBezTo>
                <a:cubicBezTo>
                  <a:pt x="5709" y="1207"/>
                  <a:pt x="5657" y="1225"/>
                  <a:pt x="5600" y="1268"/>
                </a:cubicBezTo>
                <a:lnTo>
                  <a:pt x="4987" y="1636"/>
                </a:lnTo>
                <a:cubicBezTo>
                  <a:pt x="4742" y="1350"/>
                  <a:pt x="4415" y="1227"/>
                  <a:pt x="4129" y="1064"/>
                </a:cubicBezTo>
                <a:cubicBezTo>
                  <a:pt x="4006" y="1023"/>
                  <a:pt x="3925" y="900"/>
                  <a:pt x="3925" y="818"/>
                </a:cubicBezTo>
                <a:lnTo>
                  <a:pt x="3925" y="287"/>
                </a:lnTo>
                <a:cubicBezTo>
                  <a:pt x="3925" y="123"/>
                  <a:pt x="3761" y="1"/>
                  <a:pt x="3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7" name="Google Shape;1147;p26"/>
          <p:cNvGrpSpPr/>
          <p:nvPr/>
        </p:nvGrpSpPr>
        <p:grpSpPr>
          <a:xfrm>
            <a:off x="8192365" y="205607"/>
            <a:ext cx="236420" cy="186272"/>
            <a:chOff x="8118277" y="187250"/>
            <a:chExt cx="268293" cy="211384"/>
          </a:xfrm>
        </p:grpSpPr>
        <p:sp>
          <p:nvSpPr>
            <p:cNvPr id="1148" name="Google Shape;1148;p26"/>
            <p:cNvSpPr/>
            <p:nvPr/>
          </p:nvSpPr>
          <p:spPr>
            <a:xfrm>
              <a:off x="8118277" y="187250"/>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6"/>
            <p:cNvSpPr/>
            <p:nvPr/>
          </p:nvSpPr>
          <p:spPr>
            <a:xfrm>
              <a:off x="8118277" y="273097"/>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6"/>
            <p:cNvSpPr/>
            <p:nvPr/>
          </p:nvSpPr>
          <p:spPr>
            <a:xfrm>
              <a:off x="8118277" y="358945"/>
              <a:ext cx="268293" cy="39689"/>
            </a:xfrm>
            <a:custGeom>
              <a:avLst/>
              <a:gdLst/>
              <a:ahLst/>
              <a:cxnLst/>
              <a:rect l="l" t="t" r="r" b="b"/>
              <a:pathLst>
                <a:path w="30044" h="2044" extrusionOk="0">
                  <a:moveTo>
                    <a:pt x="1023" y="2044"/>
                  </a:moveTo>
                  <a:cubicBezTo>
                    <a:pt x="451" y="2044"/>
                    <a:pt x="1" y="1594"/>
                    <a:pt x="1" y="1022"/>
                  </a:cubicBezTo>
                  <a:cubicBezTo>
                    <a:pt x="1" y="450"/>
                    <a:pt x="451" y="0"/>
                    <a:pt x="1023" y="0"/>
                  </a:cubicBezTo>
                  <a:lnTo>
                    <a:pt x="29022" y="0"/>
                  </a:lnTo>
                  <a:cubicBezTo>
                    <a:pt x="29553" y="0"/>
                    <a:pt x="30043" y="450"/>
                    <a:pt x="30043" y="1022"/>
                  </a:cubicBezTo>
                  <a:cubicBezTo>
                    <a:pt x="30043" y="1594"/>
                    <a:pt x="29553" y="2044"/>
                    <a:pt x="29022" y="2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1" name="Google Shape;1151;p26"/>
          <p:cNvGrpSpPr/>
          <p:nvPr/>
        </p:nvGrpSpPr>
        <p:grpSpPr>
          <a:xfrm>
            <a:off x="715106" y="172001"/>
            <a:ext cx="230574" cy="230597"/>
            <a:chOff x="1869495" y="230908"/>
            <a:chExt cx="117892" cy="117892"/>
          </a:xfrm>
        </p:grpSpPr>
        <p:sp>
          <p:nvSpPr>
            <p:cNvPr id="1152" name="Google Shape;1152;p26"/>
            <p:cNvSpPr/>
            <p:nvPr/>
          </p:nvSpPr>
          <p:spPr>
            <a:xfrm>
              <a:off x="1869495" y="230908"/>
              <a:ext cx="105972" cy="105972"/>
            </a:xfrm>
            <a:custGeom>
              <a:avLst/>
              <a:gdLst/>
              <a:ahLst/>
              <a:cxnLst/>
              <a:rect l="l" t="t" r="r" b="b"/>
              <a:pathLst>
                <a:path w="3271" h="3271" extrusionOk="0">
                  <a:moveTo>
                    <a:pt x="1636" y="614"/>
                  </a:moveTo>
                  <a:cubicBezTo>
                    <a:pt x="2208" y="614"/>
                    <a:pt x="2739" y="1063"/>
                    <a:pt x="2739" y="1676"/>
                  </a:cubicBezTo>
                  <a:cubicBezTo>
                    <a:pt x="2739" y="2290"/>
                    <a:pt x="2208" y="2739"/>
                    <a:pt x="1636" y="2739"/>
                  </a:cubicBezTo>
                  <a:cubicBezTo>
                    <a:pt x="1023" y="2739"/>
                    <a:pt x="573" y="2249"/>
                    <a:pt x="573" y="1676"/>
                  </a:cubicBezTo>
                  <a:cubicBezTo>
                    <a:pt x="573" y="1063"/>
                    <a:pt x="1105" y="614"/>
                    <a:pt x="1636" y="614"/>
                  </a:cubicBezTo>
                  <a:close/>
                  <a:moveTo>
                    <a:pt x="1636" y="1"/>
                  </a:moveTo>
                  <a:cubicBezTo>
                    <a:pt x="737" y="1"/>
                    <a:pt x="1" y="696"/>
                    <a:pt x="1" y="1636"/>
                  </a:cubicBezTo>
                  <a:cubicBezTo>
                    <a:pt x="1" y="2535"/>
                    <a:pt x="778" y="3271"/>
                    <a:pt x="1636" y="3271"/>
                  </a:cubicBezTo>
                  <a:cubicBezTo>
                    <a:pt x="2535" y="3271"/>
                    <a:pt x="3271" y="2535"/>
                    <a:pt x="3271" y="1636"/>
                  </a:cubicBezTo>
                  <a:cubicBezTo>
                    <a:pt x="3271" y="696"/>
                    <a:pt x="2535" y="1"/>
                    <a:pt x="1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6"/>
            <p:cNvSpPr/>
            <p:nvPr/>
          </p:nvSpPr>
          <p:spPr>
            <a:xfrm>
              <a:off x="1944979" y="306068"/>
              <a:ext cx="42408" cy="42732"/>
            </a:xfrm>
            <a:custGeom>
              <a:avLst/>
              <a:gdLst/>
              <a:ahLst/>
              <a:cxnLst/>
              <a:rect l="l" t="t" r="r" b="b"/>
              <a:pathLst>
                <a:path w="1309" h="1319" extrusionOk="0">
                  <a:moveTo>
                    <a:pt x="272" y="0"/>
                  </a:moveTo>
                  <a:cubicBezTo>
                    <a:pt x="195" y="0"/>
                    <a:pt x="123" y="31"/>
                    <a:pt x="82" y="92"/>
                  </a:cubicBezTo>
                  <a:cubicBezTo>
                    <a:pt x="1" y="174"/>
                    <a:pt x="1" y="378"/>
                    <a:pt x="82" y="501"/>
                  </a:cubicBezTo>
                  <a:lnTo>
                    <a:pt x="818" y="1196"/>
                  </a:lnTo>
                  <a:cubicBezTo>
                    <a:pt x="859" y="1237"/>
                    <a:pt x="941" y="1318"/>
                    <a:pt x="1023" y="1318"/>
                  </a:cubicBezTo>
                  <a:cubicBezTo>
                    <a:pt x="1063" y="1318"/>
                    <a:pt x="1145" y="1318"/>
                    <a:pt x="1227" y="1196"/>
                  </a:cubicBezTo>
                  <a:cubicBezTo>
                    <a:pt x="1309" y="1114"/>
                    <a:pt x="1309" y="910"/>
                    <a:pt x="1227" y="787"/>
                  </a:cubicBezTo>
                  <a:lnTo>
                    <a:pt x="491" y="92"/>
                  </a:lnTo>
                  <a:cubicBezTo>
                    <a:pt x="430" y="31"/>
                    <a:pt x="348" y="0"/>
                    <a:pt x="2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4" name="Google Shape;1154;p26"/>
          <p:cNvGrpSpPr/>
          <p:nvPr/>
        </p:nvGrpSpPr>
        <p:grpSpPr>
          <a:xfrm>
            <a:off x="715090" y="4722881"/>
            <a:ext cx="2227501" cy="308121"/>
            <a:chOff x="715090" y="4752256"/>
            <a:chExt cx="2227501" cy="308121"/>
          </a:xfrm>
        </p:grpSpPr>
        <p:sp>
          <p:nvSpPr>
            <p:cNvPr id="1155" name="Google Shape;1155;p26"/>
            <p:cNvSpPr/>
            <p:nvPr/>
          </p:nvSpPr>
          <p:spPr>
            <a:xfrm>
              <a:off x="1181455" y="4752785"/>
              <a:ext cx="347594" cy="306270"/>
            </a:xfrm>
            <a:custGeom>
              <a:avLst/>
              <a:gdLst/>
              <a:ahLst/>
              <a:cxnLst/>
              <a:rect l="l" t="t" r="r" b="b"/>
              <a:pathLst>
                <a:path w="7890" h="6952" extrusionOk="0">
                  <a:moveTo>
                    <a:pt x="3930" y="1"/>
                  </a:moveTo>
                  <a:cubicBezTo>
                    <a:pt x="3490" y="1"/>
                    <a:pt x="3045" y="85"/>
                    <a:pt x="2617" y="265"/>
                  </a:cubicBezTo>
                  <a:cubicBezTo>
                    <a:pt x="859" y="1000"/>
                    <a:pt x="1" y="3044"/>
                    <a:pt x="737" y="4801"/>
                  </a:cubicBezTo>
                  <a:cubicBezTo>
                    <a:pt x="1290" y="6154"/>
                    <a:pt x="2582" y="6951"/>
                    <a:pt x="3936" y="6951"/>
                  </a:cubicBezTo>
                  <a:cubicBezTo>
                    <a:pt x="4384" y="6951"/>
                    <a:pt x="4837" y="6864"/>
                    <a:pt x="5274" y="6682"/>
                  </a:cubicBezTo>
                  <a:cubicBezTo>
                    <a:pt x="7031" y="5946"/>
                    <a:pt x="7890" y="3943"/>
                    <a:pt x="7154" y="2145"/>
                  </a:cubicBezTo>
                  <a:cubicBezTo>
                    <a:pt x="6597" y="815"/>
                    <a:pt x="5293" y="1"/>
                    <a:pt x="3930"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6"/>
            <p:cNvSpPr/>
            <p:nvPr/>
          </p:nvSpPr>
          <p:spPr>
            <a:xfrm>
              <a:off x="2128634" y="4752785"/>
              <a:ext cx="347594" cy="306006"/>
            </a:xfrm>
            <a:custGeom>
              <a:avLst/>
              <a:gdLst/>
              <a:ahLst/>
              <a:cxnLst/>
              <a:rect l="l" t="t" r="r" b="b"/>
              <a:pathLst>
                <a:path w="7890" h="6946" extrusionOk="0">
                  <a:moveTo>
                    <a:pt x="3947" y="1"/>
                  </a:moveTo>
                  <a:cubicBezTo>
                    <a:pt x="3505" y="1"/>
                    <a:pt x="3055" y="85"/>
                    <a:pt x="2617" y="265"/>
                  </a:cubicBezTo>
                  <a:cubicBezTo>
                    <a:pt x="859" y="1000"/>
                    <a:pt x="1" y="3044"/>
                    <a:pt x="736" y="4801"/>
                  </a:cubicBezTo>
                  <a:cubicBezTo>
                    <a:pt x="1293" y="6131"/>
                    <a:pt x="2597" y="6946"/>
                    <a:pt x="3960" y="6946"/>
                  </a:cubicBezTo>
                  <a:cubicBezTo>
                    <a:pt x="4400" y="6946"/>
                    <a:pt x="4845" y="6861"/>
                    <a:pt x="5273" y="6682"/>
                  </a:cubicBezTo>
                  <a:cubicBezTo>
                    <a:pt x="7072" y="5946"/>
                    <a:pt x="7889" y="3902"/>
                    <a:pt x="7154" y="2145"/>
                  </a:cubicBezTo>
                  <a:cubicBezTo>
                    <a:pt x="6597" y="815"/>
                    <a:pt x="5316" y="1"/>
                    <a:pt x="3947"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6"/>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rgbClr val="1A1B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6"/>
            <p:cNvSpPr/>
            <p:nvPr/>
          </p:nvSpPr>
          <p:spPr>
            <a:xfrm>
              <a:off x="1662269" y="4752256"/>
              <a:ext cx="334950" cy="306623"/>
            </a:xfrm>
            <a:custGeom>
              <a:avLst/>
              <a:gdLst/>
              <a:ahLst/>
              <a:cxnLst/>
              <a:rect l="l" t="t" r="r" b="b"/>
              <a:pathLst>
                <a:path w="7603" h="6960" extrusionOk="0">
                  <a:moveTo>
                    <a:pt x="3801" y="1"/>
                  </a:moveTo>
                  <a:cubicBezTo>
                    <a:pt x="2912" y="1"/>
                    <a:pt x="2023" y="338"/>
                    <a:pt x="1349" y="1012"/>
                  </a:cubicBezTo>
                  <a:cubicBezTo>
                    <a:pt x="0" y="2361"/>
                    <a:pt x="0" y="4568"/>
                    <a:pt x="1349" y="5917"/>
                  </a:cubicBezTo>
                  <a:cubicBezTo>
                    <a:pt x="2023" y="6612"/>
                    <a:pt x="2912" y="6959"/>
                    <a:pt x="3801" y="6959"/>
                  </a:cubicBezTo>
                  <a:cubicBezTo>
                    <a:pt x="4690" y="6959"/>
                    <a:pt x="5580" y="6612"/>
                    <a:pt x="6254" y="5917"/>
                  </a:cubicBezTo>
                  <a:cubicBezTo>
                    <a:pt x="7603" y="4568"/>
                    <a:pt x="7603" y="2361"/>
                    <a:pt x="6254" y="1012"/>
                  </a:cubicBezTo>
                  <a:cubicBezTo>
                    <a:pt x="5580" y="33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6"/>
            <p:cNvSpPr/>
            <p:nvPr/>
          </p:nvSpPr>
          <p:spPr>
            <a:xfrm>
              <a:off x="715090" y="4754723"/>
              <a:ext cx="336756" cy="305654"/>
            </a:xfrm>
            <a:custGeom>
              <a:avLst/>
              <a:gdLst/>
              <a:ahLst/>
              <a:cxnLst/>
              <a:rect l="l" t="t" r="r" b="b"/>
              <a:pathLst>
                <a:path w="7644" h="6938" extrusionOk="0">
                  <a:moveTo>
                    <a:pt x="3796" y="0"/>
                  </a:moveTo>
                  <a:cubicBezTo>
                    <a:pt x="2218" y="0"/>
                    <a:pt x="793" y="1069"/>
                    <a:pt x="409" y="2673"/>
                  </a:cubicBezTo>
                  <a:cubicBezTo>
                    <a:pt x="0" y="4512"/>
                    <a:pt x="1145" y="6392"/>
                    <a:pt x="2984" y="6842"/>
                  </a:cubicBezTo>
                  <a:cubicBezTo>
                    <a:pt x="3254" y="6907"/>
                    <a:pt x="3525" y="6938"/>
                    <a:pt x="3791" y="6938"/>
                  </a:cubicBezTo>
                  <a:cubicBezTo>
                    <a:pt x="5375" y="6938"/>
                    <a:pt x="6809" y="5842"/>
                    <a:pt x="7194" y="4267"/>
                  </a:cubicBezTo>
                  <a:cubicBezTo>
                    <a:pt x="7644" y="2387"/>
                    <a:pt x="6459" y="507"/>
                    <a:pt x="4619" y="98"/>
                  </a:cubicBezTo>
                  <a:cubicBezTo>
                    <a:pt x="4343" y="32"/>
                    <a:pt x="4067" y="0"/>
                    <a:pt x="3796" y="0"/>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6"/>
            <p:cNvSpPr/>
            <p:nvPr/>
          </p:nvSpPr>
          <p:spPr>
            <a:xfrm>
              <a:off x="2607642" y="4752697"/>
              <a:ext cx="334950" cy="306623"/>
            </a:xfrm>
            <a:custGeom>
              <a:avLst/>
              <a:gdLst/>
              <a:ahLst/>
              <a:cxnLst/>
              <a:rect l="l" t="t" r="r" b="b"/>
              <a:pathLst>
                <a:path w="7603" h="6960" extrusionOk="0">
                  <a:moveTo>
                    <a:pt x="3801" y="1"/>
                  </a:moveTo>
                  <a:cubicBezTo>
                    <a:pt x="2912" y="1"/>
                    <a:pt x="2023" y="348"/>
                    <a:pt x="1349" y="1043"/>
                  </a:cubicBezTo>
                  <a:cubicBezTo>
                    <a:pt x="0" y="2392"/>
                    <a:pt x="0" y="4599"/>
                    <a:pt x="1349" y="5948"/>
                  </a:cubicBezTo>
                  <a:cubicBezTo>
                    <a:pt x="2023" y="6622"/>
                    <a:pt x="2912" y="6960"/>
                    <a:pt x="3801" y="6960"/>
                  </a:cubicBezTo>
                  <a:cubicBezTo>
                    <a:pt x="4690" y="6960"/>
                    <a:pt x="5579" y="6622"/>
                    <a:pt x="6254" y="5948"/>
                  </a:cubicBezTo>
                  <a:cubicBezTo>
                    <a:pt x="7603" y="4599"/>
                    <a:pt x="7603" y="2392"/>
                    <a:pt x="6254" y="1043"/>
                  </a:cubicBezTo>
                  <a:cubicBezTo>
                    <a:pt x="5579" y="348"/>
                    <a:pt x="4690" y="1"/>
                    <a:pt x="3801" y="1"/>
                  </a:cubicBezTo>
                  <a:close/>
                </a:path>
              </a:pathLst>
            </a:custGeom>
            <a:solidFill>
              <a:schemeClr val="accen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1" name="Google Shape;1161;p26"/>
            <p:cNvGrpSpPr/>
            <p:nvPr/>
          </p:nvGrpSpPr>
          <p:grpSpPr>
            <a:xfrm>
              <a:off x="2255186" y="4862963"/>
              <a:ext cx="97814" cy="86736"/>
              <a:chOff x="2255186" y="4862963"/>
              <a:chExt cx="97814" cy="86736"/>
            </a:xfrm>
          </p:grpSpPr>
          <p:sp>
            <p:nvSpPr>
              <p:cNvPr id="1162" name="Google Shape;1162;p26"/>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63" name="Google Shape;1163;p26"/>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164" name="Google Shape;1164;p26"/>
            <p:cNvGrpSpPr/>
            <p:nvPr/>
          </p:nvGrpSpPr>
          <p:grpSpPr>
            <a:xfrm>
              <a:off x="1767461" y="4862963"/>
              <a:ext cx="122764" cy="86736"/>
              <a:chOff x="1779936" y="4862963"/>
              <a:chExt cx="122764" cy="86736"/>
            </a:xfrm>
          </p:grpSpPr>
          <p:grpSp>
            <p:nvGrpSpPr>
              <p:cNvPr id="1165" name="Google Shape;1165;p26"/>
              <p:cNvGrpSpPr/>
              <p:nvPr/>
            </p:nvGrpSpPr>
            <p:grpSpPr>
              <a:xfrm>
                <a:off x="1779936" y="4862963"/>
                <a:ext cx="97814" cy="86736"/>
                <a:chOff x="2255186" y="4862963"/>
                <a:chExt cx="97814" cy="86736"/>
              </a:xfrm>
            </p:grpSpPr>
            <p:sp>
              <p:nvSpPr>
                <p:cNvPr id="1166" name="Google Shape;1166;p26"/>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67" name="Google Shape;1167;p26"/>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cxnSp>
            <p:nvCxnSpPr>
              <p:cNvPr id="1168" name="Google Shape;1168;p26"/>
              <p:cNvCxnSpPr/>
              <p:nvPr/>
            </p:nvCxnSpPr>
            <p:spPr>
              <a:xfrm>
                <a:off x="19027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169" name="Google Shape;1169;p26"/>
            <p:cNvGrpSpPr/>
            <p:nvPr/>
          </p:nvGrpSpPr>
          <p:grpSpPr>
            <a:xfrm rot="10800000">
              <a:off x="1308161" y="4862963"/>
              <a:ext cx="97814" cy="86736"/>
              <a:chOff x="2255186" y="4862963"/>
              <a:chExt cx="97814" cy="86736"/>
            </a:xfrm>
          </p:grpSpPr>
          <p:sp>
            <p:nvSpPr>
              <p:cNvPr id="1170" name="Google Shape;1170;p26"/>
              <p:cNvSpPr/>
              <p:nvPr/>
            </p:nvSpPr>
            <p:spPr>
              <a:xfrm rot="5400000">
                <a:off x="2249486" y="4871098"/>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71" name="Google Shape;1171;p26"/>
              <p:cNvCxnSpPr/>
              <p:nvPr/>
            </p:nvCxnSpPr>
            <p:spPr>
              <a:xfrm>
                <a:off x="2353000" y="4862963"/>
                <a:ext cx="0" cy="85200"/>
              </a:xfrm>
              <a:prstGeom prst="straightConnector1">
                <a:avLst/>
              </a:prstGeom>
              <a:noFill/>
              <a:ln w="9525" cap="flat" cmpd="sng">
                <a:solidFill>
                  <a:schemeClr val="dk2"/>
                </a:solidFill>
                <a:prstDash val="solid"/>
                <a:round/>
                <a:headEnd type="none" w="med" len="med"/>
                <a:tailEnd type="none" w="med" len="med"/>
              </a:ln>
            </p:spPr>
          </p:cxnSp>
        </p:grpSp>
        <p:grpSp>
          <p:nvGrpSpPr>
            <p:cNvPr id="1172" name="Google Shape;1172;p26"/>
            <p:cNvGrpSpPr/>
            <p:nvPr/>
          </p:nvGrpSpPr>
          <p:grpSpPr>
            <a:xfrm>
              <a:off x="810563" y="4862963"/>
              <a:ext cx="145800" cy="84300"/>
              <a:chOff x="786588" y="4862963"/>
              <a:chExt cx="145800" cy="84300"/>
            </a:xfrm>
          </p:grpSpPr>
          <p:sp>
            <p:nvSpPr>
              <p:cNvPr id="1173" name="Google Shape;1173;p26"/>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6"/>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6"/>
            <p:cNvGrpSpPr/>
            <p:nvPr/>
          </p:nvGrpSpPr>
          <p:grpSpPr>
            <a:xfrm rot="10800000">
              <a:off x="2703113" y="4865400"/>
              <a:ext cx="145800" cy="84300"/>
              <a:chOff x="786588" y="4862963"/>
              <a:chExt cx="145800" cy="84300"/>
            </a:xfrm>
          </p:grpSpPr>
          <p:sp>
            <p:nvSpPr>
              <p:cNvPr id="1176" name="Google Shape;1176;p26"/>
              <p:cNvSpPr/>
              <p:nvPr/>
            </p:nvSpPr>
            <p:spPr>
              <a:xfrm rot="-5400000">
                <a:off x="8537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6"/>
              <p:cNvSpPr/>
              <p:nvPr/>
            </p:nvSpPr>
            <p:spPr>
              <a:xfrm rot="-5400000">
                <a:off x="780888" y="4868663"/>
                <a:ext cx="84300" cy="72900"/>
              </a:xfrm>
              <a:prstGeom prst="triangle">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78" name="Google Shape;1178;p26"/>
          <p:cNvGrpSpPr/>
          <p:nvPr/>
        </p:nvGrpSpPr>
        <p:grpSpPr>
          <a:xfrm>
            <a:off x="6844854" y="4668587"/>
            <a:ext cx="1584035" cy="416703"/>
            <a:chOff x="6844854" y="4668587"/>
            <a:chExt cx="1584035" cy="416703"/>
          </a:xfrm>
        </p:grpSpPr>
        <p:sp>
          <p:nvSpPr>
            <p:cNvPr id="1179" name="Google Shape;1179;p26"/>
            <p:cNvSpPr/>
            <p:nvPr/>
          </p:nvSpPr>
          <p:spPr>
            <a:xfrm>
              <a:off x="6844854" y="4668587"/>
              <a:ext cx="1584035" cy="416703"/>
            </a:xfrm>
            <a:custGeom>
              <a:avLst/>
              <a:gdLst/>
              <a:ahLst/>
              <a:cxnLst/>
              <a:rect l="l" t="t" r="r" b="b"/>
              <a:pathLst>
                <a:path w="36052" h="9484" extrusionOk="0">
                  <a:moveTo>
                    <a:pt x="31310" y="1"/>
                  </a:moveTo>
                  <a:lnTo>
                    <a:pt x="4742" y="1"/>
                  </a:lnTo>
                  <a:cubicBezTo>
                    <a:pt x="2126" y="1"/>
                    <a:pt x="1" y="2126"/>
                    <a:pt x="1" y="4742"/>
                  </a:cubicBezTo>
                  <a:lnTo>
                    <a:pt x="1" y="4742"/>
                  </a:lnTo>
                  <a:cubicBezTo>
                    <a:pt x="1" y="7358"/>
                    <a:pt x="2126" y="9483"/>
                    <a:pt x="4742" y="9483"/>
                  </a:cubicBezTo>
                  <a:lnTo>
                    <a:pt x="31310" y="9483"/>
                  </a:lnTo>
                  <a:cubicBezTo>
                    <a:pt x="33926" y="9483"/>
                    <a:pt x="36052" y="7358"/>
                    <a:pt x="36052" y="4742"/>
                  </a:cubicBezTo>
                  <a:lnTo>
                    <a:pt x="36052" y="4742"/>
                  </a:lnTo>
                  <a:cubicBezTo>
                    <a:pt x="36052" y="2085"/>
                    <a:pt x="33926" y="1"/>
                    <a:pt x="313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0" name="Google Shape;1180;p26"/>
            <p:cNvGrpSpPr/>
            <p:nvPr/>
          </p:nvGrpSpPr>
          <p:grpSpPr>
            <a:xfrm>
              <a:off x="8054048" y="4823050"/>
              <a:ext cx="138315" cy="107779"/>
              <a:chOff x="1900456" y="4780923"/>
              <a:chExt cx="138315" cy="107779"/>
            </a:xfrm>
          </p:grpSpPr>
          <p:sp>
            <p:nvSpPr>
              <p:cNvPr id="1181" name="Google Shape;1181;p26"/>
              <p:cNvSpPr/>
              <p:nvPr/>
            </p:nvSpPr>
            <p:spPr>
              <a:xfrm>
                <a:off x="1965132" y="4780923"/>
                <a:ext cx="9007" cy="73683"/>
              </a:xfrm>
              <a:custGeom>
                <a:avLst/>
                <a:gdLst/>
                <a:ahLst/>
                <a:cxnLst/>
                <a:rect l="l" t="t" r="r" b="b"/>
                <a:pathLst>
                  <a:path w="205" h="1677" extrusionOk="0">
                    <a:moveTo>
                      <a:pt x="0" y="0"/>
                    </a:moveTo>
                    <a:lnTo>
                      <a:pt x="0" y="1676"/>
                    </a:lnTo>
                    <a:lnTo>
                      <a:pt x="204" y="1676"/>
                    </a:lnTo>
                    <a:lnTo>
                      <a:pt x="2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2" name="Google Shape;1182;p26"/>
              <p:cNvGrpSpPr/>
              <p:nvPr/>
            </p:nvGrpSpPr>
            <p:grpSpPr>
              <a:xfrm>
                <a:off x="1900456" y="4825827"/>
                <a:ext cx="138315" cy="62875"/>
                <a:chOff x="1900456" y="4825827"/>
                <a:chExt cx="138315" cy="62875"/>
              </a:xfrm>
            </p:grpSpPr>
            <p:sp>
              <p:nvSpPr>
                <p:cNvPr id="1183" name="Google Shape;1183;p26"/>
                <p:cNvSpPr/>
                <p:nvPr/>
              </p:nvSpPr>
              <p:spPr>
                <a:xfrm>
                  <a:off x="1900456" y="4831188"/>
                  <a:ext cx="138315" cy="57514"/>
                </a:xfrm>
                <a:custGeom>
                  <a:avLst/>
                  <a:gdLst/>
                  <a:ahLst/>
                  <a:cxnLst/>
                  <a:rect l="l" t="t" r="r" b="b"/>
                  <a:pathLst>
                    <a:path w="3148" h="1309" extrusionOk="0">
                      <a:moveTo>
                        <a:pt x="1" y="1"/>
                      </a:moveTo>
                      <a:lnTo>
                        <a:pt x="1" y="1309"/>
                      </a:lnTo>
                      <a:lnTo>
                        <a:pt x="3148" y="1309"/>
                      </a:lnTo>
                      <a:lnTo>
                        <a:pt x="3148" y="1"/>
                      </a:lnTo>
                      <a:lnTo>
                        <a:pt x="2903" y="1"/>
                      </a:lnTo>
                      <a:lnTo>
                        <a:pt x="2903" y="1105"/>
                      </a:lnTo>
                      <a:lnTo>
                        <a:pt x="205" y="1105"/>
                      </a:lnTo>
                      <a:lnTo>
                        <a:pt x="2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939955" y="4825827"/>
                  <a:ext cx="57514" cy="34139"/>
                </a:xfrm>
                <a:custGeom>
                  <a:avLst/>
                  <a:gdLst/>
                  <a:ahLst/>
                  <a:cxnLst/>
                  <a:rect l="l" t="t" r="r" b="b"/>
                  <a:pathLst>
                    <a:path w="1309" h="777" extrusionOk="0">
                      <a:moveTo>
                        <a:pt x="164" y="0"/>
                      </a:moveTo>
                      <a:lnTo>
                        <a:pt x="1" y="164"/>
                      </a:lnTo>
                      <a:lnTo>
                        <a:pt x="655" y="777"/>
                      </a:lnTo>
                      <a:lnTo>
                        <a:pt x="1309" y="164"/>
                      </a:lnTo>
                      <a:lnTo>
                        <a:pt x="1186" y="0"/>
                      </a:lnTo>
                      <a:lnTo>
                        <a:pt x="655" y="532"/>
                      </a:lnTo>
                      <a:lnTo>
                        <a:pt x="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85" name="Google Shape;1185;p26"/>
            <p:cNvSpPr txBox="1"/>
            <p:nvPr/>
          </p:nvSpPr>
          <p:spPr>
            <a:xfrm>
              <a:off x="7039945" y="4766989"/>
              <a:ext cx="876000" cy="21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Download:</a:t>
              </a:r>
              <a:endParaRPr sz="1000">
                <a:solidFill>
                  <a:schemeClr val="dk2"/>
                </a:solidFill>
                <a:latin typeface="Mulish Medium"/>
                <a:ea typeface="Mulish Medium"/>
                <a:cs typeface="Mulish Medium"/>
                <a:sym typeface="Mulish Medium"/>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1"/>
              </a:buClr>
              <a:buSzPts val="2800"/>
              <a:buFont typeface="Poppins SemiBold"/>
              <a:buNone/>
              <a:defRPr sz="2800">
                <a:solidFill>
                  <a:schemeClr val="accent1"/>
                </a:solidFill>
                <a:latin typeface="Poppins SemiBold"/>
                <a:ea typeface="Poppins SemiBold"/>
                <a:cs typeface="Poppins SemiBold"/>
                <a:sym typeface="Poppins SemiBold"/>
              </a:defRPr>
            </a:lvl1pPr>
            <a:lvl2pPr lvl="1" algn="ctr" rtl="0">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2pPr>
            <a:lvl3pPr lvl="2" algn="ctr" rtl="0">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3pPr>
            <a:lvl4pPr lvl="3" algn="ctr" rtl="0">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4pPr>
            <a:lvl5pPr lvl="4" algn="ctr" rtl="0">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5pPr>
            <a:lvl6pPr lvl="5" algn="ctr" rtl="0">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6pPr>
            <a:lvl7pPr lvl="6" algn="ctr" rtl="0">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7pPr>
            <a:lvl8pPr lvl="7" algn="ctr" rtl="0">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8pPr>
            <a:lvl9pPr lvl="8" algn="ctr" rtl="0">
              <a:spcBef>
                <a:spcPts val="0"/>
              </a:spcBef>
              <a:spcAft>
                <a:spcPts val="0"/>
              </a:spcAft>
              <a:buClr>
                <a:schemeClr val="accent1"/>
              </a:buClr>
              <a:buSzPts val="3500"/>
              <a:buFont typeface="Poppins SemiBold"/>
              <a:buNone/>
              <a:defRPr sz="3500">
                <a:solidFill>
                  <a:schemeClr val="accent1"/>
                </a:solidFill>
                <a:latin typeface="Poppins SemiBold"/>
                <a:ea typeface="Poppins SemiBold"/>
                <a:cs typeface="Poppins SemiBold"/>
                <a:sym typeface="Poppins Semi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2"/>
              </a:buClr>
              <a:buSzPts val="1200"/>
              <a:buFont typeface="Poppins"/>
              <a:buChar char="●"/>
              <a:defRPr sz="1200">
                <a:solidFill>
                  <a:schemeClr val="lt2"/>
                </a:solidFill>
                <a:latin typeface="Poppins"/>
                <a:ea typeface="Poppins"/>
                <a:cs typeface="Poppins"/>
                <a:sym typeface="Poppins"/>
              </a:defRPr>
            </a:lvl1pPr>
            <a:lvl2pPr marL="914400" lvl="1" indent="-3048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2pPr>
            <a:lvl3pPr marL="1371600" lvl="2" indent="-3048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3pPr>
            <a:lvl4pPr marL="1828800" lvl="3" indent="-3048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4pPr>
            <a:lvl5pPr marL="2286000" lvl="4" indent="-3048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5pPr>
            <a:lvl6pPr marL="2743200" lvl="5" indent="-3048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6pPr>
            <a:lvl7pPr marL="3200400" lvl="6" indent="-3048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7pPr>
            <a:lvl8pPr marL="3657600" lvl="7" indent="-304800">
              <a:lnSpc>
                <a:spcPct val="100000"/>
              </a:lnSpc>
              <a:spcBef>
                <a:spcPts val="1600"/>
              </a:spcBef>
              <a:spcAft>
                <a:spcPts val="0"/>
              </a:spcAft>
              <a:buClr>
                <a:schemeClr val="lt2"/>
              </a:buClr>
              <a:buSzPts val="1200"/>
              <a:buFont typeface="Poppins"/>
              <a:buChar char="○"/>
              <a:defRPr sz="1200">
                <a:solidFill>
                  <a:schemeClr val="lt2"/>
                </a:solidFill>
                <a:latin typeface="Poppins"/>
                <a:ea typeface="Poppins"/>
                <a:cs typeface="Poppins"/>
                <a:sym typeface="Poppins"/>
              </a:defRPr>
            </a:lvl8pPr>
            <a:lvl9pPr marL="4114800" lvl="8" indent="-304800">
              <a:lnSpc>
                <a:spcPct val="100000"/>
              </a:lnSpc>
              <a:spcBef>
                <a:spcPts val="1600"/>
              </a:spcBef>
              <a:spcAft>
                <a:spcPts val="1600"/>
              </a:spcAft>
              <a:buClr>
                <a:schemeClr val="lt2"/>
              </a:buClr>
              <a:buSzPts val="1200"/>
              <a:buFont typeface="Poppins"/>
              <a:buChar char="■"/>
              <a:defRPr sz="1200">
                <a:solidFill>
                  <a:schemeClr val="lt2"/>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hyperlink" Target="https://learn.sparkfun.com/tutorials/serial-peripheral-interface-spi/all" TargetMode="External"/><Relationship Id="rId7"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hyperlink" Target="https://www.youtube.com/watch?v=FzP65txocIM" TargetMode="External"/><Relationship Id="rId5" Type="http://schemas.openxmlformats.org/officeDocument/2006/relationships/hyperlink" Target="https://www.youtube.com/watch?v=CeVmpxBEpXs" TargetMode="External"/><Relationship Id="rId4" Type="http://schemas.openxmlformats.org/officeDocument/2006/relationships/hyperlink" Target="https://www.researchgate.net/figure/Four-working-mode-timing-diagram-Mode-0-CPOL-0-CPHA0-The-SCK-serial-clock-line-idle_fig2_339088398"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ibm.com/docs/es/baw/23.0.x?topic=types-state-machines" TargetMode="External"/><Relationship Id="rId7"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hyperlink" Target="https://www.digikey.com/en/maker/projects/getting-started-with-stm32-how-to-use-spi/09eab3dfe74c4d0391aaaa99b0a8ee17" TargetMode="External"/><Relationship Id="rId5" Type="http://schemas.openxmlformats.org/officeDocument/2006/relationships/hyperlink" Target="https://stackoverflow.com/questions/73699021/understanding-spi-cpol-and-cpha" TargetMode="External"/><Relationship Id="rId4" Type="http://schemas.openxmlformats.org/officeDocument/2006/relationships/hyperlink" Target="https://www.symmetryelectronics.com/blog/what-are-clock-signals-in-digital-circuits-and-how-are-they-produced-symmetry-blo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sp>
        <p:nvSpPr>
          <p:cNvPr id="1190" name="Google Shape;1190;p27"/>
          <p:cNvSpPr/>
          <p:nvPr/>
        </p:nvSpPr>
        <p:spPr>
          <a:xfrm>
            <a:off x="8330119" y="1054200"/>
            <a:ext cx="322125" cy="1313800"/>
          </a:xfrm>
          <a:custGeom>
            <a:avLst/>
            <a:gdLst/>
            <a:ahLst/>
            <a:cxnLst/>
            <a:rect l="l" t="t" r="r" b="b"/>
            <a:pathLst>
              <a:path w="12885" h="52552" extrusionOk="0">
                <a:moveTo>
                  <a:pt x="5911" y="1"/>
                </a:moveTo>
                <a:cubicBezTo>
                  <a:pt x="2679" y="1"/>
                  <a:pt x="1" y="2633"/>
                  <a:pt x="1" y="5865"/>
                </a:cubicBezTo>
                <a:lnTo>
                  <a:pt x="1" y="46686"/>
                </a:lnTo>
                <a:cubicBezTo>
                  <a:pt x="1" y="49919"/>
                  <a:pt x="2679" y="52551"/>
                  <a:pt x="5911" y="52551"/>
                </a:cubicBezTo>
                <a:lnTo>
                  <a:pt x="6973" y="52551"/>
                </a:lnTo>
                <a:cubicBezTo>
                  <a:pt x="10206" y="52551"/>
                  <a:pt x="12884" y="49919"/>
                  <a:pt x="12884" y="46686"/>
                </a:cubicBezTo>
                <a:lnTo>
                  <a:pt x="12884" y="5865"/>
                </a:lnTo>
                <a:cubicBezTo>
                  <a:pt x="12884" y="2633"/>
                  <a:pt x="10206" y="1"/>
                  <a:pt x="6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7"/>
          <p:cNvSpPr txBox="1">
            <a:spLocks noGrp="1"/>
          </p:cNvSpPr>
          <p:nvPr>
            <p:ph type="ctrTitle"/>
          </p:nvPr>
        </p:nvSpPr>
        <p:spPr>
          <a:xfrm>
            <a:off x="715100" y="1115750"/>
            <a:ext cx="5838600" cy="218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000"/>
              <a:t>Implementación de Módulo SPI</a:t>
            </a:r>
            <a:endParaRPr sz="5000"/>
          </a:p>
        </p:txBody>
      </p:sp>
      <p:sp>
        <p:nvSpPr>
          <p:cNvPr id="1192" name="Google Shape;1192;p27"/>
          <p:cNvSpPr/>
          <p:nvPr/>
        </p:nvSpPr>
        <p:spPr>
          <a:xfrm>
            <a:off x="937766" y="3968775"/>
            <a:ext cx="5013600" cy="510000"/>
          </a:xfrm>
          <a:prstGeom prst="roundRect">
            <a:avLst>
              <a:gd name="adj" fmla="val 50000"/>
            </a:avLst>
          </a:prstGeom>
          <a:gradFill>
            <a:gsLst>
              <a:gs pos="0">
                <a:schemeClr val="lt2"/>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7"/>
          <p:cNvSpPr txBox="1"/>
          <p:nvPr/>
        </p:nvSpPr>
        <p:spPr>
          <a:xfrm>
            <a:off x="6481937" y="4019025"/>
            <a:ext cx="1371300" cy="409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Mulish Medium"/>
              <a:ea typeface="Mulish Medium"/>
              <a:cs typeface="Mulish Medium"/>
              <a:sym typeface="Mulish Medium"/>
            </a:endParaRPr>
          </a:p>
        </p:txBody>
      </p:sp>
      <p:sp>
        <p:nvSpPr>
          <p:cNvPr id="1194" name="Google Shape;1194;p27"/>
          <p:cNvSpPr/>
          <p:nvPr/>
        </p:nvSpPr>
        <p:spPr>
          <a:xfrm>
            <a:off x="8491169" y="1257375"/>
            <a:ext cx="25" cy="726175"/>
          </a:xfrm>
          <a:custGeom>
            <a:avLst/>
            <a:gdLst/>
            <a:ahLst/>
            <a:cxnLst/>
            <a:rect l="l" t="t" r="r" b="b"/>
            <a:pathLst>
              <a:path w="1" h="29047" fill="none" extrusionOk="0">
                <a:moveTo>
                  <a:pt x="0" y="1"/>
                </a:moveTo>
                <a:lnTo>
                  <a:pt x="0" y="29047"/>
                </a:lnTo>
              </a:path>
            </a:pathLst>
          </a:custGeom>
          <a:noFill/>
          <a:ln w="28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7"/>
          <p:cNvSpPr/>
          <p:nvPr/>
        </p:nvSpPr>
        <p:spPr>
          <a:xfrm>
            <a:off x="8491169" y="1720325"/>
            <a:ext cx="25" cy="263225"/>
          </a:xfrm>
          <a:custGeom>
            <a:avLst/>
            <a:gdLst/>
            <a:ahLst/>
            <a:cxnLst/>
            <a:rect l="l" t="t" r="r" b="b"/>
            <a:pathLst>
              <a:path w="1" h="10529" fill="none" extrusionOk="0">
                <a:moveTo>
                  <a:pt x="0" y="0"/>
                </a:moveTo>
                <a:lnTo>
                  <a:pt x="0" y="10529"/>
                </a:lnTo>
              </a:path>
            </a:pathLst>
          </a:custGeom>
          <a:noFill/>
          <a:ln w="15000" cap="flat" cmpd="sng">
            <a:solidFill>
              <a:schemeClr val="lt2"/>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6" name="Google Shape;1196;p27"/>
          <p:cNvGrpSpPr/>
          <p:nvPr/>
        </p:nvGrpSpPr>
        <p:grpSpPr>
          <a:xfrm>
            <a:off x="8416131" y="1668375"/>
            <a:ext cx="150100" cy="150100"/>
            <a:chOff x="8425238" y="1668375"/>
            <a:chExt cx="150100" cy="150100"/>
          </a:xfrm>
        </p:grpSpPr>
        <p:sp>
          <p:nvSpPr>
            <p:cNvPr id="1197" name="Google Shape;1197;p27"/>
            <p:cNvSpPr/>
            <p:nvPr/>
          </p:nvSpPr>
          <p:spPr>
            <a:xfrm>
              <a:off x="8425238" y="1668375"/>
              <a:ext cx="150100" cy="150100"/>
            </a:xfrm>
            <a:custGeom>
              <a:avLst/>
              <a:gdLst/>
              <a:ahLst/>
              <a:cxnLst/>
              <a:rect l="l" t="t" r="r" b="b"/>
              <a:pathLst>
                <a:path w="6004" h="6004" extrusionOk="0">
                  <a:moveTo>
                    <a:pt x="3002" y="0"/>
                  </a:moveTo>
                  <a:cubicBezTo>
                    <a:pt x="1340" y="0"/>
                    <a:pt x="1" y="1339"/>
                    <a:pt x="1" y="3002"/>
                  </a:cubicBezTo>
                  <a:cubicBezTo>
                    <a:pt x="1" y="4664"/>
                    <a:pt x="1340" y="6003"/>
                    <a:pt x="3002" y="6003"/>
                  </a:cubicBezTo>
                  <a:cubicBezTo>
                    <a:pt x="4665" y="6003"/>
                    <a:pt x="6004" y="4664"/>
                    <a:pt x="6004" y="3002"/>
                  </a:cubicBezTo>
                  <a:cubicBezTo>
                    <a:pt x="6004" y="1339"/>
                    <a:pt x="4619"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7"/>
            <p:cNvSpPr/>
            <p:nvPr/>
          </p:nvSpPr>
          <p:spPr>
            <a:xfrm>
              <a:off x="8425238" y="1668375"/>
              <a:ext cx="150100" cy="150100"/>
            </a:xfrm>
            <a:custGeom>
              <a:avLst/>
              <a:gdLst/>
              <a:ahLst/>
              <a:cxnLst/>
              <a:rect l="l" t="t" r="r" b="b"/>
              <a:pathLst>
                <a:path w="6004" h="6004" extrusionOk="0">
                  <a:moveTo>
                    <a:pt x="3002" y="0"/>
                  </a:moveTo>
                  <a:cubicBezTo>
                    <a:pt x="1340" y="0"/>
                    <a:pt x="1" y="1339"/>
                    <a:pt x="1" y="3002"/>
                  </a:cubicBezTo>
                  <a:cubicBezTo>
                    <a:pt x="1" y="4664"/>
                    <a:pt x="1340" y="6003"/>
                    <a:pt x="3002" y="6003"/>
                  </a:cubicBezTo>
                  <a:cubicBezTo>
                    <a:pt x="4665" y="6003"/>
                    <a:pt x="6004" y="4664"/>
                    <a:pt x="6004" y="3002"/>
                  </a:cubicBezTo>
                  <a:cubicBezTo>
                    <a:pt x="6004" y="1339"/>
                    <a:pt x="4619"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7"/>
            <p:cNvSpPr/>
            <p:nvPr/>
          </p:nvSpPr>
          <p:spPr>
            <a:xfrm>
              <a:off x="8425238" y="1668375"/>
              <a:ext cx="150100" cy="150100"/>
            </a:xfrm>
            <a:custGeom>
              <a:avLst/>
              <a:gdLst/>
              <a:ahLst/>
              <a:cxnLst/>
              <a:rect l="l" t="t" r="r" b="b"/>
              <a:pathLst>
                <a:path w="6004" h="6004" fill="none" extrusionOk="0">
                  <a:moveTo>
                    <a:pt x="6004" y="3002"/>
                  </a:moveTo>
                  <a:cubicBezTo>
                    <a:pt x="6004" y="4664"/>
                    <a:pt x="4665" y="6003"/>
                    <a:pt x="3002" y="6003"/>
                  </a:cubicBezTo>
                  <a:cubicBezTo>
                    <a:pt x="1340" y="6003"/>
                    <a:pt x="1" y="4664"/>
                    <a:pt x="1" y="3002"/>
                  </a:cubicBezTo>
                  <a:cubicBezTo>
                    <a:pt x="1" y="1339"/>
                    <a:pt x="1340" y="0"/>
                    <a:pt x="3002" y="0"/>
                  </a:cubicBezTo>
                  <a:cubicBezTo>
                    <a:pt x="4619" y="0"/>
                    <a:pt x="6004" y="1339"/>
                    <a:pt x="6004" y="3002"/>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7"/>
            <p:cNvSpPr/>
            <p:nvPr/>
          </p:nvSpPr>
          <p:spPr>
            <a:xfrm>
              <a:off x="8443713" y="1686850"/>
              <a:ext cx="113150" cy="113150"/>
            </a:xfrm>
            <a:custGeom>
              <a:avLst/>
              <a:gdLst/>
              <a:ahLst/>
              <a:cxnLst/>
              <a:rect l="l" t="t" r="r" b="b"/>
              <a:pathLst>
                <a:path w="4526" h="4526" extrusionOk="0">
                  <a:moveTo>
                    <a:pt x="4526" y="2263"/>
                  </a:moveTo>
                  <a:cubicBezTo>
                    <a:pt x="4526" y="3463"/>
                    <a:pt x="3510" y="4526"/>
                    <a:pt x="2263" y="4526"/>
                  </a:cubicBezTo>
                  <a:cubicBezTo>
                    <a:pt x="1063" y="4526"/>
                    <a:pt x="1" y="3556"/>
                    <a:pt x="1" y="2263"/>
                  </a:cubicBezTo>
                  <a:cubicBezTo>
                    <a:pt x="1" y="1062"/>
                    <a:pt x="970" y="0"/>
                    <a:pt x="2263" y="0"/>
                  </a:cubicBezTo>
                  <a:cubicBezTo>
                    <a:pt x="3464" y="0"/>
                    <a:pt x="4526" y="1016"/>
                    <a:pt x="4526" y="2263"/>
                  </a:cubicBezTo>
                  <a:close/>
                </a:path>
              </a:pathLst>
            </a:custGeom>
            <a:solidFill>
              <a:srgbClr val="F624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7"/>
            <p:cNvSpPr/>
            <p:nvPr/>
          </p:nvSpPr>
          <p:spPr>
            <a:xfrm>
              <a:off x="8443713" y="1686850"/>
              <a:ext cx="113150" cy="113150"/>
            </a:xfrm>
            <a:custGeom>
              <a:avLst/>
              <a:gdLst/>
              <a:ahLst/>
              <a:cxnLst/>
              <a:rect l="l" t="t" r="r" b="b"/>
              <a:pathLst>
                <a:path w="4526" h="4526" extrusionOk="0">
                  <a:moveTo>
                    <a:pt x="4526" y="2263"/>
                  </a:moveTo>
                  <a:cubicBezTo>
                    <a:pt x="4526" y="3463"/>
                    <a:pt x="3510" y="4526"/>
                    <a:pt x="2263" y="4526"/>
                  </a:cubicBezTo>
                  <a:cubicBezTo>
                    <a:pt x="1063" y="4526"/>
                    <a:pt x="1" y="3556"/>
                    <a:pt x="1" y="2263"/>
                  </a:cubicBezTo>
                  <a:cubicBezTo>
                    <a:pt x="1" y="1062"/>
                    <a:pt x="970" y="0"/>
                    <a:pt x="2263" y="0"/>
                  </a:cubicBezTo>
                  <a:cubicBezTo>
                    <a:pt x="3464" y="0"/>
                    <a:pt x="4526" y="1016"/>
                    <a:pt x="4526" y="2263"/>
                  </a:cubicBezTo>
                  <a:close/>
                </a:path>
              </a:pathLst>
            </a:custGeom>
            <a:solidFill>
              <a:schemeClr val="l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2" name="Google Shape;1202;p27"/>
          <p:cNvSpPr/>
          <p:nvPr/>
        </p:nvSpPr>
        <p:spPr>
          <a:xfrm>
            <a:off x="8456544" y="2159000"/>
            <a:ext cx="69275" cy="69300"/>
          </a:xfrm>
          <a:custGeom>
            <a:avLst/>
            <a:gdLst/>
            <a:ahLst/>
            <a:cxnLst/>
            <a:rect l="l" t="t" r="r" b="b"/>
            <a:pathLst>
              <a:path w="2771" h="2772" extrusionOk="0">
                <a:moveTo>
                  <a:pt x="2771" y="1386"/>
                </a:moveTo>
                <a:cubicBezTo>
                  <a:pt x="2771" y="2171"/>
                  <a:pt x="2170" y="2772"/>
                  <a:pt x="1385" y="2772"/>
                </a:cubicBezTo>
                <a:cubicBezTo>
                  <a:pt x="600" y="2772"/>
                  <a:pt x="0" y="2171"/>
                  <a:pt x="0" y="1386"/>
                </a:cubicBezTo>
                <a:cubicBezTo>
                  <a:pt x="0" y="601"/>
                  <a:pt x="600" y="1"/>
                  <a:pt x="1385" y="1"/>
                </a:cubicBezTo>
                <a:cubicBezTo>
                  <a:pt x="2170" y="1"/>
                  <a:pt x="2771" y="601"/>
                  <a:pt x="2771" y="138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7"/>
          <p:cNvSpPr/>
          <p:nvPr/>
        </p:nvSpPr>
        <p:spPr>
          <a:xfrm>
            <a:off x="7858413" y="1054200"/>
            <a:ext cx="323275" cy="1313800"/>
          </a:xfrm>
          <a:custGeom>
            <a:avLst/>
            <a:gdLst/>
            <a:ahLst/>
            <a:cxnLst/>
            <a:rect l="l" t="t" r="r" b="b"/>
            <a:pathLst>
              <a:path w="12931" h="52552" extrusionOk="0">
                <a:moveTo>
                  <a:pt x="5865" y="1"/>
                </a:moveTo>
                <a:cubicBezTo>
                  <a:pt x="2632" y="1"/>
                  <a:pt x="0" y="2633"/>
                  <a:pt x="0" y="5865"/>
                </a:cubicBezTo>
                <a:lnTo>
                  <a:pt x="0" y="46686"/>
                </a:lnTo>
                <a:cubicBezTo>
                  <a:pt x="0" y="49919"/>
                  <a:pt x="2632" y="52551"/>
                  <a:pt x="5865" y="52551"/>
                </a:cubicBezTo>
                <a:lnTo>
                  <a:pt x="7019" y="52551"/>
                </a:lnTo>
                <a:cubicBezTo>
                  <a:pt x="10252" y="52551"/>
                  <a:pt x="12930" y="49919"/>
                  <a:pt x="12838" y="46686"/>
                </a:cubicBezTo>
                <a:lnTo>
                  <a:pt x="12838" y="5865"/>
                </a:lnTo>
                <a:cubicBezTo>
                  <a:pt x="12838" y="2633"/>
                  <a:pt x="10206" y="1"/>
                  <a:pt x="6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p:cNvSpPr/>
          <p:nvPr/>
        </p:nvSpPr>
        <p:spPr>
          <a:xfrm>
            <a:off x="8020038" y="1257375"/>
            <a:ext cx="25" cy="726175"/>
          </a:xfrm>
          <a:custGeom>
            <a:avLst/>
            <a:gdLst/>
            <a:ahLst/>
            <a:cxnLst/>
            <a:rect l="l" t="t" r="r" b="b"/>
            <a:pathLst>
              <a:path w="1" h="29047" fill="none" extrusionOk="0">
                <a:moveTo>
                  <a:pt x="0" y="1"/>
                </a:moveTo>
                <a:lnTo>
                  <a:pt x="0" y="29047"/>
                </a:lnTo>
              </a:path>
            </a:pathLst>
          </a:custGeom>
          <a:noFill/>
          <a:ln w="28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p:cNvSpPr/>
          <p:nvPr/>
        </p:nvSpPr>
        <p:spPr>
          <a:xfrm>
            <a:off x="8020038" y="1197350"/>
            <a:ext cx="25" cy="786200"/>
          </a:xfrm>
          <a:custGeom>
            <a:avLst/>
            <a:gdLst/>
            <a:ahLst/>
            <a:cxnLst/>
            <a:rect l="l" t="t" r="r" b="b"/>
            <a:pathLst>
              <a:path w="1" h="31448" fill="none" extrusionOk="0">
                <a:moveTo>
                  <a:pt x="0" y="1"/>
                </a:moveTo>
                <a:lnTo>
                  <a:pt x="0" y="31448"/>
                </a:lnTo>
              </a:path>
            </a:pathLst>
          </a:custGeom>
          <a:noFill/>
          <a:ln w="15000" cap="flat" cmpd="sng">
            <a:solidFill>
              <a:schemeClr val="lt2"/>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6" name="Google Shape;1206;p27"/>
          <p:cNvGrpSpPr/>
          <p:nvPr/>
        </p:nvGrpSpPr>
        <p:grpSpPr>
          <a:xfrm>
            <a:off x="7945000" y="1180050"/>
            <a:ext cx="150100" cy="150100"/>
            <a:chOff x="7935763" y="1180050"/>
            <a:chExt cx="150100" cy="150100"/>
          </a:xfrm>
        </p:grpSpPr>
        <p:sp>
          <p:nvSpPr>
            <p:cNvPr id="1207" name="Google Shape;1207;p27"/>
            <p:cNvSpPr/>
            <p:nvPr/>
          </p:nvSpPr>
          <p:spPr>
            <a:xfrm>
              <a:off x="7935763" y="1180050"/>
              <a:ext cx="150100" cy="150100"/>
            </a:xfrm>
            <a:custGeom>
              <a:avLst/>
              <a:gdLst/>
              <a:ahLst/>
              <a:cxnLst/>
              <a:rect l="l" t="t" r="r" b="b"/>
              <a:pathLst>
                <a:path w="6004" h="6004" extrusionOk="0">
                  <a:moveTo>
                    <a:pt x="3002" y="0"/>
                  </a:moveTo>
                  <a:cubicBezTo>
                    <a:pt x="1339" y="0"/>
                    <a:pt x="0" y="1385"/>
                    <a:pt x="0" y="3002"/>
                  </a:cubicBezTo>
                  <a:cubicBezTo>
                    <a:pt x="0" y="4664"/>
                    <a:pt x="1339" y="6003"/>
                    <a:pt x="3002" y="6003"/>
                  </a:cubicBezTo>
                  <a:cubicBezTo>
                    <a:pt x="4664" y="6003"/>
                    <a:pt x="6003" y="4664"/>
                    <a:pt x="6003" y="3002"/>
                  </a:cubicBezTo>
                  <a:cubicBezTo>
                    <a:pt x="6003" y="1385"/>
                    <a:pt x="4664"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7"/>
            <p:cNvSpPr/>
            <p:nvPr/>
          </p:nvSpPr>
          <p:spPr>
            <a:xfrm>
              <a:off x="7935763" y="1180050"/>
              <a:ext cx="150100" cy="150100"/>
            </a:xfrm>
            <a:custGeom>
              <a:avLst/>
              <a:gdLst/>
              <a:ahLst/>
              <a:cxnLst/>
              <a:rect l="l" t="t" r="r" b="b"/>
              <a:pathLst>
                <a:path w="6004" h="6004" extrusionOk="0">
                  <a:moveTo>
                    <a:pt x="3002" y="0"/>
                  </a:moveTo>
                  <a:cubicBezTo>
                    <a:pt x="1339" y="0"/>
                    <a:pt x="0" y="1385"/>
                    <a:pt x="0" y="3002"/>
                  </a:cubicBezTo>
                  <a:cubicBezTo>
                    <a:pt x="0" y="4664"/>
                    <a:pt x="1339" y="6003"/>
                    <a:pt x="3002" y="6003"/>
                  </a:cubicBezTo>
                  <a:cubicBezTo>
                    <a:pt x="4664" y="6003"/>
                    <a:pt x="6003" y="4664"/>
                    <a:pt x="6003" y="3002"/>
                  </a:cubicBezTo>
                  <a:cubicBezTo>
                    <a:pt x="6003" y="1385"/>
                    <a:pt x="4664"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p:cNvSpPr/>
            <p:nvPr/>
          </p:nvSpPr>
          <p:spPr>
            <a:xfrm>
              <a:off x="7935763" y="1180050"/>
              <a:ext cx="150100" cy="150100"/>
            </a:xfrm>
            <a:custGeom>
              <a:avLst/>
              <a:gdLst/>
              <a:ahLst/>
              <a:cxnLst/>
              <a:rect l="l" t="t" r="r" b="b"/>
              <a:pathLst>
                <a:path w="6004" h="6004" fill="none" extrusionOk="0">
                  <a:moveTo>
                    <a:pt x="6003" y="3002"/>
                  </a:moveTo>
                  <a:cubicBezTo>
                    <a:pt x="6003" y="4664"/>
                    <a:pt x="4664" y="6003"/>
                    <a:pt x="3002" y="6003"/>
                  </a:cubicBezTo>
                  <a:cubicBezTo>
                    <a:pt x="1339" y="6003"/>
                    <a:pt x="0" y="4664"/>
                    <a:pt x="0" y="3002"/>
                  </a:cubicBezTo>
                  <a:cubicBezTo>
                    <a:pt x="0" y="1385"/>
                    <a:pt x="1339" y="0"/>
                    <a:pt x="3002" y="0"/>
                  </a:cubicBezTo>
                  <a:cubicBezTo>
                    <a:pt x="4664" y="0"/>
                    <a:pt x="6003" y="1385"/>
                    <a:pt x="6003" y="3002"/>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p:cNvSpPr/>
            <p:nvPr/>
          </p:nvSpPr>
          <p:spPr>
            <a:xfrm>
              <a:off x="7954238" y="1199675"/>
              <a:ext cx="113150" cy="112000"/>
            </a:xfrm>
            <a:custGeom>
              <a:avLst/>
              <a:gdLst/>
              <a:ahLst/>
              <a:cxnLst/>
              <a:rect l="l" t="t" r="r" b="b"/>
              <a:pathLst>
                <a:path w="4526" h="4480" extrusionOk="0">
                  <a:moveTo>
                    <a:pt x="4525" y="2217"/>
                  </a:moveTo>
                  <a:cubicBezTo>
                    <a:pt x="4525" y="3463"/>
                    <a:pt x="3510" y="4479"/>
                    <a:pt x="2263" y="4479"/>
                  </a:cubicBezTo>
                  <a:cubicBezTo>
                    <a:pt x="1016" y="4479"/>
                    <a:pt x="0" y="3463"/>
                    <a:pt x="0" y="2217"/>
                  </a:cubicBezTo>
                  <a:cubicBezTo>
                    <a:pt x="0" y="1016"/>
                    <a:pt x="1016" y="0"/>
                    <a:pt x="2263" y="0"/>
                  </a:cubicBezTo>
                  <a:cubicBezTo>
                    <a:pt x="3510" y="0"/>
                    <a:pt x="4525" y="1016"/>
                    <a:pt x="4525" y="2217"/>
                  </a:cubicBezTo>
                  <a:close/>
                </a:path>
              </a:pathLst>
            </a:custGeom>
            <a:solidFill>
              <a:srgbClr val="A3A3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p:cNvSpPr/>
            <p:nvPr/>
          </p:nvSpPr>
          <p:spPr>
            <a:xfrm>
              <a:off x="7954238" y="1199675"/>
              <a:ext cx="113150" cy="112000"/>
            </a:xfrm>
            <a:custGeom>
              <a:avLst/>
              <a:gdLst/>
              <a:ahLst/>
              <a:cxnLst/>
              <a:rect l="l" t="t" r="r" b="b"/>
              <a:pathLst>
                <a:path w="4526" h="4480" extrusionOk="0">
                  <a:moveTo>
                    <a:pt x="4525" y="2217"/>
                  </a:moveTo>
                  <a:cubicBezTo>
                    <a:pt x="4525" y="3463"/>
                    <a:pt x="3510" y="4479"/>
                    <a:pt x="2263" y="4479"/>
                  </a:cubicBezTo>
                  <a:cubicBezTo>
                    <a:pt x="1016" y="4479"/>
                    <a:pt x="0" y="3463"/>
                    <a:pt x="0" y="2217"/>
                  </a:cubicBezTo>
                  <a:cubicBezTo>
                    <a:pt x="0" y="1016"/>
                    <a:pt x="1016" y="0"/>
                    <a:pt x="2263" y="0"/>
                  </a:cubicBezTo>
                  <a:cubicBezTo>
                    <a:pt x="3510" y="0"/>
                    <a:pt x="4525" y="1016"/>
                    <a:pt x="4525" y="2217"/>
                  </a:cubicBezTo>
                  <a:close/>
                </a:path>
              </a:pathLst>
            </a:custGeom>
            <a:solidFill>
              <a:schemeClr val="l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2" name="Google Shape;1212;p27"/>
          <p:cNvSpPr/>
          <p:nvPr/>
        </p:nvSpPr>
        <p:spPr>
          <a:xfrm>
            <a:off x="7977325" y="2140550"/>
            <a:ext cx="85450" cy="92375"/>
          </a:xfrm>
          <a:custGeom>
            <a:avLst/>
            <a:gdLst/>
            <a:ahLst/>
            <a:cxnLst/>
            <a:rect l="l" t="t" r="r" b="b"/>
            <a:pathLst>
              <a:path w="3418" h="3695" extrusionOk="0">
                <a:moveTo>
                  <a:pt x="1570" y="2817"/>
                </a:moveTo>
                <a:cubicBezTo>
                  <a:pt x="1016" y="2309"/>
                  <a:pt x="1016" y="1432"/>
                  <a:pt x="1570" y="924"/>
                </a:cubicBezTo>
                <a:cubicBezTo>
                  <a:pt x="2078" y="416"/>
                  <a:pt x="2863" y="416"/>
                  <a:pt x="3418" y="831"/>
                </a:cubicBezTo>
                <a:cubicBezTo>
                  <a:pt x="3048" y="323"/>
                  <a:pt x="2448" y="0"/>
                  <a:pt x="1847" y="0"/>
                </a:cubicBezTo>
                <a:cubicBezTo>
                  <a:pt x="785" y="0"/>
                  <a:pt x="0" y="785"/>
                  <a:pt x="0" y="1847"/>
                </a:cubicBezTo>
                <a:cubicBezTo>
                  <a:pt x="0" y="2863"/>
                  <a:pt x="785" y="3694"/>
                  <a:pt x="1847" y="3694"/>
                </a:cubicBezTo>
                <a:cubicBezTo>
                  <a:pt x="2494" y="3694"/>
                  <a:pt x="3048" y="3325"/>
                  <a:pt x="3418" y="2817"/>
                </a:cubicBezTo>
                <a:cubicBezTo>
                  <a:pt x="2863" y="3325"/>
                  <a:pt x="2078" y="3325"/>
                  <a:pt x="1570" y="281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p:cNvSpPr/>
          <p:nvPr/>
        </p:nvSpPr>
        <p:spPr>
          <a:xfrm>
            <a:off x="7388994" y="1054200"/>
            <a:ext cx="320950" cy="1313800"/>
          </a:xfrm>
          <a:custGeom>
            <a:avLst/>
            <a:gdLst/>
            <a:ahLst/>
            <a:cxnLst/>
            <a:rect l="l" t="t" r="r" b="b"/>
            <a:pathLst>
              <a:path w="12838" h="52552" extrusionOk="0">
                <a:moveTo>
                  <a:pt x="5865" y="1"/>
                </a:moveTo>
                <a:cubicBezTo>
                  <a:pt x="2632" y="1"/>
                  <a:pt x="0" y="2633"/>
                  <a:pt x="0" y="5865"/>
                </a:cubicBezTo>
                <a:lnTo>
                  <a:pt x="0" y="46686"/>
                </a:lnTo>
                <a:cubicBezTo>
                  <a:pt x="0" y="49919"/>
                  <a:pt x="2632" y="52551"/>
                  <a:pt x="5865" y="52551"/>
                </a:cubicBezTo>
                <a:lnTo>
                  <a:pt x="6973" y="52551"/>
                </a:lnTo>
                <a:cubicBezTo>
                  <a:pt x="10206" y="52551"/>
                  <a:pt x="12838" y="49919"/>
                  <a:pt x="12838" y="46686"/>
                </a:cubicBezTo>
                <a:lnTo>
                  <a:pt x="12838" y="5865"/>
                </a:lnTo>
                <a:cubicBezTo>
                  <a:pt x="12838" y="2633"/>
                  <a:pt x="10206" y="1"/>
                  <a:pt x="6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p:cNvSpPr/>
          <p:nvPr/>
        </p:nvSpPr>
        <p:spPr>
          <a:xfrm>
            <a:off x="7549456" y="1257375"/>
            <a:ext cx="25" cy="726175"/>
          </a:xfrm>
          <a:custGeom>
            <a:avLst/>
            <a:gdLst/>
            <a:ahLst/>
            <a:cxnLst/>
            <a:rect l="l" t="t" r="r" b="b"/>
            <a:pathLst>
              <a:path w="1" h="29047" fill="none" extrusionOk="0">
                <a:moveTo>
                  <a:pt x="1" y="1"/>
                </a:moveTo>
                <a:lnTo>
                  <a:pt x="1" y="29047"/>
                </a:lnTo>
              </a:path>
            </a:pathLst>
          </a:custGeom>
          <a:noFill/>
          <a:ln w="28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p:cNvSpPr/>
          <p:nvPr/>
        </p:nvSpPr>
        <p:spPr>
          <a:xfrm>
            <a:off x="7549456" y="1563325"/>
            <a:ext cx="25" cy="420225"/>
          </a:xfrm>
          <a:custGeom>
            <a:avLst/>
            <a:gdLst/>
            <a:ahLst/>
            <a:cxnLst/>
            <a:rect l="l" t="t" r="r" b="b"/>
            <a:pathLst>
              <a:path w="1" h="16809" fill="none" extrusionOk="0">
                <a:moveTo>
                  <a:pt x="1" y="0"/>
                </a:moveTo>
                <a:lnTo>
                  <a:pt x="1" y="16809"/>
                </a:lnTo>
              </a:path>
            </a:pathLst>
          </a:custGeom>
          <a:noFill/>
          <a:ln w="15000" cap="flat" cmpd="sng">
            <a:solidFill>
              <a:schemeClr val="lt2"/>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6" name="Google Shape;1216;p27"/>
          <p:cNvGrpSpPr/>
          <p:nvPr/>
        </p:nvGrpSpPr>
        <p:grpSpPr>
          <a:xfrm>
            <a:off x="7474419" y="1514825"/>
            <a:ext cx="150100" cy="150100"/>
            <a:chOff x="7463588" y="1514825"/>
            <a:chExt cx="150100" cy="150100"/>
          </a:xfrm>
        </p:grpSpPr>
        <p:sp>
          <p:nvSpPr>
            <p:cNvPr id="1217" name="Google Shape;1217;p27"/>
            <p:cNvSpPr/>
            <p:nvPr/>
          </p:nvSpPr>
          <p:spPr>
            <a:xfrm>
              <a:off x="7463588" y="1514825"/>
              <a:ext cx="150100" cy="150100"/>
            </a:xfrm>
            <a:custGeom>
              <a:avLst/>
              <a:gdLst/>
              <a:ahLst/>
              <a:cxnLst/>
              <a:rect l="l" t="t" r="r" b="b"/>
              <a:pathLst>
                <a:path w="6004" h="6004" extrusionOk="0">
                  <a:moveTo>
                    <a:pt x="3002" y="1"/>
                  </a:moveTo>
                  <a:cubicBezTo>
                    <a:pt x="1340" y="1"/>
                    <a:pt x="0" y="1386"/>
                    <a:pt x="0" y="3002"/>
                  </a:cubicBezTo>
                  <a:cubicBezTo>
                    <a:pt x="0" y="4665"/>
                    <a:pt x="1340" y="6004"/>
                    <a:pt x="3002" y="6004"/>
                  </a:cubicBezTo>
                  <a:cubicBezTo>
                    <a:pt x="4664" y="6004"/>
                    <a:pt x="6003" y="4665"/>
                    <a:pt x="6003" y="3002"/>
                  </a:cubicBezTo>
                  <a:cubicBezTo>
                    <a:pt x="6003" y="1386"/>
                    <a:pt x="4664" y="1"/>
                    <a:pt x="3002" y="1"/>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p:cNvSpPr/>
            <p:nvPr/>
          </p:nvSpPr>
          <p:spPr>
            <a:xfrm>
              <a:off x="7463588" y="1514825"/>
              <a:ext cx="150100" cy="150100"/>
            </a:xfrm>
            <a:custGeom>
              <a:avLst/>
              <a:gdLst/>
              <a:ahLst/>
              <a:cxnLst/>
              <a:rect l="l" t="t" r="r" b="b"/>
              <a:pathLst>
                <a:path w="6004" h="6004" extrusionOk="0">
                  <a:moveTo>
                    <a:pt x="3002" y="1"/>
                  </a:moveTo>
                  <a:cubicBezTo>
                    <a:pt x="1340" y="1"/>
                    <a:pt x="0" y="1386"/>
                    <a:pt x="0" y="3002"/>
                  </a:cubicBezTo>
                  <a:cubicBezTo>
                    <a:pt x="0" y="4665"/>
                    <a:pt x="1340" y="6004"/>
                    <a:pt x="3002" y="6004"/>
                  </a:cubicBezTo>
                  <a:cubicBezTo>
                    <a:pt x="4664" y="6004"/>
                    <a:pt x="6003" y="4665"/>
                    <a:pt x="6003" y="3002"/>
                  </a:cubicBezTo>
                  <a:cubicBezTo>
                    <a:pt x="6003" y="1386"/>
                    <a:pt x="4664" y="1"/>
                    <a:pt x="3002" y="1"/>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p:cNvSpPr/>
            <p:nvPr/>
          </p:nvSpPr>
          <p:spPr>
            <a:xfrm>
              <a:off x="7483213" y="1534450"/>
              <a:ext cx="112000" cy="112000"/>
            </a:xfrm>
            <a:custGeom>
              <a:avLst/>
              <a:gdLst/>
              <a:ahLst/>
              <a:cxnLst/>
              <a:rect l="l" t="t" r="r" b="b"/>
              <a:pathLst>
                <a:path w="4480" h="4480" extrusionOk="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solidFill>
              <a:srgbClr val="A3A3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p:cNvSpPr/>
            <p:nvPr/>
          </p:nvSpPr>
          <p:spPr>
            <a:xfrm>
              <a:off x="7483213" y="1534450"/>
              <a:ext cx="112000" cy="112000"/>
            </a:xfrm>
            <a:custGeom>
              <a:avLst/>
              <a:gdLst/>
              <a:ahLst/>
              <a:cxnLst/>
              <a:rect l="l" t="t" r="r" b="b"/>
              <a:pathLst>
                <a:path w="4480" h="4480" fill="none" extrusionOk="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p:cNvSpPr/>
            <p:nvPr/>
          </p:nvSpPr>
          <p:spPr>
            <a:xfrm>
              <a:off x="7463588" y="1514825"/>
              <a:ext cx="150100" cy="150100"/>
            </a:xfrm>
            <a:custGeom>
              <a:avLst/>
              <a:gdLst/>
              <a:ahLst/>
              <a:cxnLst/>
              <a:rect l="l" t="t" r="r" b="b"/>
              <a:pathLst>
                <a:path w="6004" h="6004" fill="none" extrusionOk="0">
                  <a:moveTo>
                    <a:pt x="6003" y="3002"/>
                  </a:moveTo>
                  <a:cubicBezTo>
                    <a:pt x="6003" y="4665"/>
                    <a:pt x="4664" y="6004"/>
                    <a:pt x="3002" y="6004"/>
                  </a:cubicBezTo>
                  <a:cubicBezTo>
                    <a:pt x="1340" y="6004"/>
                    <a:pt x="0" y="4665"/>
                    <a:pt x="0" y="3002"/>
                  </a:cubicBezTo>
                  <a:cubicBezTo>
                    <a:pt x="0" y="1386"/>
                    <a:pt x="1340" y="1"/>
                    <a:pt x="3002" y="1"/>
                  </a:cubicBezTo>
                  <a:cubicBezTo>
                    <a:pt x="4664" y="1"/>
                    <a:pt x="6003" y="1386"/>
                    <a:pt x="6003" y="3002"/>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p:cNvSpPr/>
            <p:nvPr/>
          </p:nvSpPr>
          <p:spPr>
            <a:xfrm>
              <a:off x="7483213" y="1534450"/>
              <a:ext cx="112000" cy="112000"/>
            </a:xfrm>
            <a:custGeom>
              <a:avLst/>
              <a:gdLst/>
              <a:ahLst/>
              <a:cxnLst/>
              <a:rect l="l" t="t" r="r" b="b"/>
              <a:pathLst>
                <a:path w="4480" h="4480" extrusionOk="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solidFill>
              <a:schemeClr val="l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3" name="Google Shape;1223;p27"/>
          <p:cNvSpPr/>
          <p:nvPr/>
        </p:nvSpPr>
        <p:spPr>
          <a:xfrm>
            <a:off x="7494619" y="2138225"/>
            <a:ext cx="109700" cy="112000"/>
          </a:xfrm>
          <a:custGeom>
            <a:avLst/>
            <a:gdLst/>
            <a:ahLst/>
            <a:cxnLst/>
            <a:rect l="l" t="t" r="r" b="b"/>
            <a:pathLst>
              <a:path w="4388" h="4480" extrusionOk="0">
                <a:moveTo>
                  <a:pt x="1248" y="647"/>
                </a:moveTo>
                <a:lnTo>
                  <a:pt x="1248" y="1247"/>
                </a:lnTo>
                <a:lnTo>
                  <a:pt x="1248" y="1571"/>
                </a:lnTo>
                <a:lnTo>
                  <a:pt x="1248" y="3603"/>
                </a:lnTo>
                <a:cubicBezTo>
                  <a:pt x="1155" y="3556"/>
                  <a:pt x="971" y="3556"/>
                  <a:pt x="878" y="3556"/>
                </a:cubicBezTo>
                <a:cubicBezTo>
                  <a:pt x="416" y="3556"/>
                  <a:pt x="1" y="3787"/>
                  <a:pt x="1" y="4018"/>
                </a:cubicBezTo>
                <a:cubicBezTo>
                  <a:pt x="1" y="4295"/>
                  <a:pt x="416" y="4480"/>
                  <a:pt x="878" y="4480"/>
                </a:cubicBezTo>
                <a:cubicBezTo>
                  <a:pt x="1340" y="4480"/>
                  <a:pt x="1709" y="4249"/>
                  <a:pt x="1709" y="4018"/>
                </a:cubicBezTo>
                <a:lnTo>
                  <a:pt x="1709" y="1525"/>
                </a:lnTo>
                <a:lnTo>
                  <a:pt x="3926" y="1063"/>
                </a:lnTo>
                <a:lnTo>
                  <a:pt x="3926" y="3002"/>
                </a:lnTo>
                <a:cubicBezTo>
                  <a:pt x="3787" y="2956"/>
                  <a:pt x="3649" y="2956"/>
                  <a:pt x="3510" y="2956"/>
                </a:cubicBezTo>
                <a:cubicBezTo>
                  <a:pt x="3049" y="2956"/>
                  <a:pt x="2633" y="3187"/>
                  <a:pt x="2633" y="3418"/>
                </a:cubicBezTo>
                <a:cubicBezTo>
                  <a:pt x="2633" y="3695"/>
                  <a:pt x="3049" y="3880"/>
                  <a:pt x="3510" y="3880"/>
                </a:cubicBezTo>
                <a:cubicBezTo>
                  <a:pt x="3972" y="3880"/>
                  <a:pt x="4388" y="3649"/>
                  <a:pt x="4388" y="3418"/>
                </a:cubicBezTo>
                <a:lnTo>
                  <a:pt x="4388" y="970"/>
                </a:lnTo>
                <a:lnTo>
                  <a:pt x="4388" y="601"/>
                </a:lnTo>
                <a:lnTo>
                  <a:pt x="43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p:cNvSpPr txBox="1">
            <a:spLocks noGrp="1"/>
          </p:cNvSpPr>
          <p:nvPr>
            <p:ph type="subTitle" idx="1"/>
          </p:nvPr>
        </p:nvSpPr>
        <p:spPr>
          <a:xfrm>
            <a:off x="1119875" y="3968775"/>
            <a:ext cx="4523100" cy="40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Arquitectura de Computadoras D03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1229" name="Google Shape;1229;p28"/>
          <p:cNvSpPr txBox="1">
            <a:spLocks noGrp="1"/>
          </p:cNvSpPr>
          <p:nvPr>
            <p:ph type="title"/>
          </p:nvPr>
        </p:nvSpPr>
        <p:spPr>
          <a:xfrm>
            <a:off x="720000" y="535000"/>
            <a:ext cx="77040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Integrantes del equipo y roles:</a:t>
            </a:r>
            <a:endParaRPr/>
          </a:p>
        </p:txBody>
      </p:sp>
      <p:sp>
        <p:nvSpPr>
          <p:cNvPr id="1230" name="Google Shape;1230;p28"/>
          <p:cNvSpPr txBox="1"/>
          <p:nvPr/>
        </p:nvSpPr>
        <p:spPr>
          <a:xfrm>
            <a:off x="720000" y="1179438"/>
            <a:ext cx="7704000" cy="479700"/>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 sz="1100" b="1">
                <a:solidFill>
                  <a:schemeClr val="dk2"/>
                </a:solidFill>
                <a:latin typeface="Mulish"/>
                <a:ea typeface="Mulish"/>
                <a:cs typeface="Mulish"/>
                <a:sym typeface="Mulish"/>
              </a:rPr>
              <a:t>Para este trabajo todos los integrantes realizaron una investigación previa y contribuyeron al trabajo, sin embargo cada uno se especializó en un labor.</a:t>
            </a:r>
            <a:endParaRPr sz="1100">
              <a:solidFill>
                <a:schemeClr val="dk2"/>
              </a:solidFill>
              <a:latin typeface="Mulish Medium"/>
              <a:ea typeface="Mulish Medium"/>
              <a:cs typeface="Mulish Medium"/>
              <a:sym typeface="Mulish Medium"/>
            </a:endParaRPr>
          </a:p>
        </p:txBody>
      </p:sp>
      <p:graphicFrame>
        <p:nvGraphicFramePr>
          <p:cNvPr id="1231" name="Google Shape;1231;p28"/>
          <p:cNvGraphicFramePr/>
          <p:nvPr/>
        </p:nvGraphicFramePr>
        <p:xfrm>
          <a:off x="720000" y="1843425"/>
          <a:ext cx="3000000" cy="3000000"/>
        </p:xfrm>
        <a:graphic>
          <a:graphicData uri="http://schemas.openxmlformats.org/drawingml/2006/table">
            <a:tbl>
              <a:tblPr>
                <a:noFill/>
                <a:tableStyleId>{EC791821-B64A-49B2-A5BD-0755458BB485}</a:tableStyleId>
              </a:tblPr>
              <a:tblGrid>
                <a:gridCol w="2225950">
                  <a:extLst>
                    <a:ext uri="{9D8B030D-6E8A-4147-A177-3AD203B41FA5}">
                      <a16:colId xmlns:a16="http://schemas.microsoft.com/office/drawing/2014/main" val="20000"/>
                    </a:ext>
                  </a:extLst>
                </a:gridCol>
                <a:gridCol w="5478050">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 sz="1000" b="1">
                          <a:solidFill>
                            <a:schemeClr val="dk2"/>
                          </a:solidFill>
                          <a:latin typeface="Mulish"/>
                          <a:ea typeface="Mulish"/>
                          <a:cs typeface="Mulish"/>
                          <a:sym typeface="Mulish"/>
                        </a:rPr>
                        <a:t>Diseño y estructura del código</a:t>
                      </a:r>
                      <a:endParaRPr sz="1000" b="1">
                        <a:solidFill>
                          <a:schemeClr val="dk2"/>
                        </a:solidFill>
                        <a:latin typeface="Mulish"/>
                        <a:ea typeface="Mulish"/>
                        <a:cs typeface="Mulish"/>
                        <a:sym typeface="Mulish"/>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2"/>
                          </a:solidFill>
                          <a:latin typeface="Mulish Medium"/>
                          <a:ea typeface="Mulish Medium"/>
                          <a:cs typeface="Mulish Medium"/>
                          <a:sym typeface="Mulish Medium"/>
                        </a:rPr>
                        <a:t>Karla Valeria Lopez Lopez</a:t>
                      </a:r>
                      <a:endParaRPr sz="1000">
                        <a:solidFill>
                          <a:schemeClr val="dk2"/>
                        </a:solidFill>
                        <a:latin typeface="Mulish Medium"/>
                        <a:ea typeface="Mulish Medium"/>
                        <a:cs typeface="Mulish Medium"/>
                        <a:sym typeface="Mulish Medium"/>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 sz="1000" b="1">
                          <a:solidFill>
                            <a:schemeClr val="dk2"/>
                          </a:solidFill>
                          <a:latin typeface="Mulish"/>
                          <a:ea typeface="Mulish"/>
                          <a:cs typeface="Mulish"/>
                          <a:sym typeface="Mulish"/>
                        </a:rPr>
                        <a:t>Reporte técnico</a:t>
                      </a:r>
                      <a:endParaRPr sz="1000" b="1">
                        <a:solidFill>
                          <a:schemeClr val="dk2"/>
                        </a:solidFill>
                        <a:latin typeface="Mulish"/>
                        <a:ea typeface="Mulish"/>
                        <a:cs typeface="Mulish"/>
                        <a:sym typeface="Mulish"/>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2"/>
                          </a:solidFill>
                          <a:latin typeface="Mulish Medium"/>
                          <a:ea typeface="Mulish Medium"/>
                          <a:cs typeface="Mulish Medium"/>
                          <a:sym typeface="Mulish Medium"/>
                        </a:rPr>
                        <a:t>Aaron Ricardo Segura Gutierrez</a:t>
                      </a:r>
                      <a:endParaRPr sz="1000">
                        <a:solidFill>
                          <a:schemeClr val="dk2"/>
                        </a:solidFill>
                        <a:latin typeface="Mulish Medium"/>
                        <a:ea typeface="Mulish Medium"/>
                        <a:cs typeface="Mulish Medium"/>
                        <a:sym typeface="Mulish Medium"/>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 sz="1000" b="1">
                          <a:solidFill>
                            <a:schemeClr val="dk2"/>
                          </a:solidFill>
                          <a:latin typeface="Mulish"/>
                          <a:ea typeface="Mulish"/>
                          <a:cs typeface="Mulish"/>
                          <a:sym typeface="Mulish"/>
                        </a:rPr>
                        <a:t>Guión y dirección del video</a:t>
                      </a:r>
                      <a:endParaRPr sz="1000" b="1">
                        <a:solidFill>
                          <a:schemeClr val="dk2"/>
                        </a:solidFill>
                        <a:latin typeface="Mulish"/>
                        <a:ea typeface="Mulish"/>
                        <a:cs typeface="Mulish"/>
                        <a:sym typeface="Mulish"/>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2"/>
                          </a:solidFill>
                          <a:latin typeface="Mulish Medium"/>
                          <a:ea typeface="Mulish Medium"/>
                          <a:cs typeface="Mulish Medium"/>
                          <a:sym typeface="Mulish Medium"/>
                        </a:rPr>
                        <a:t>Roberto Hernández Zuñiga</a:t>
                      </a:r>
                      <a:endParaRPr sz="1000">
                        <a:solidFill>
                          <a:schemeClr val="dk2"/>
                        </a:solidFill>
                        <a:latin typeface="Mulish Medium"/>
                        <a:ea typeface="Mulish Medium"/>
                        <a:cs typeface="Mulish Medium"/>
                        <a:sym typeface="Mulish Medium"/>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 sz="1000" b="1">
                          <a:solidFill>
                            <a:schemeClr val="dk2"/>
                          </a:solidFill>
                          <a:latin typeface="Mulish"/>
                          <a:ea typeface="Mulish"/>
                          <a:cs typeface="Mulish"/>
                          <a:sym typeface="Mulish"/>
                        </a:rPr>
                        <a:t>Presentacion </a:t>
                      </a:r>
                      <a:endParaRPr sz="1000" b="1">
                        <a:solidFill>
                          <a:schemeClr val="dk2"/>
                        </a:solidFill>
                        <a:latin typeface="Mulish"/>
                        <a:ea typeface="Mulish"/>
                        <a:cs typeface="Mulish"/>
                        <a:sym typeface="Mulish"/>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2"/>
                          </a:solidFill>
                          <a:latin typeface="Mulish Medium"/>
                          <a:ea typeface="Mulish Medium"/>
                          <a:cs typeface="Mulish Medium"/>
                          <a:sym typeface="Mulish Medium"/>
                        </a:rPr>
                        <a:t>Emmanuel Alejandro Ortiz Segura</a:t>
                      </a:r>
                      <a:endParaRPr sz="1000">
                        <a:solidFill>
                          <a:schemeClr val="dk2"/>
                        </a:solidFill>
                        <a:latin typeface="Mulish Medium"/>
                        <a:ea typeface="Mulish Medium"/>
                        <a:cs typeface="Mulish Medium"/>
                        <a:sym typeface="Mulish Medium"/>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en" sz="1000" b="1">
                          <a:solidFill>
                            <a:schemeClr val="dk2"/>
                          </a:solidFill>
                          <a:latin typeface="Mulish"/>
                          <a:ea typeface="Mulish"/>
                          <a:cs typeface="Mulish"/>
                          <a:sym typeface="Mulish"/>
                        </a:rPr>
                        <a:t>Investigación </a:t>
                      </a:r>
                      <a:endParaRPr sz="1000" b="1">
                        <a:solidFill>
                          <a:schemeClr val="dk2"/>
                        </a:solidFill>
                        <a:latin typeface="Mulish"/>
                        <a:ea typeface="Mulish"/>
                        <a:cs typeface="Mulish"/>
                        <a:sym typeface="Mulish"/>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2"/>
                          </a:solidFill>
                          <a:latin typeface="Mulish Medium"/>
                          <a:ea typeface="Mulish Medium"/>
                          <a:cs typeface="Mulish Medium"/>
                          <a:sym typeface="Mulish Medium"/>
                        </a:rPr>
                        <a:t>Todo el equipo</a:t>
                      </a:r>
                      <a:endParaRPr sz="1000">
                        <a:solidFill>
                          <a:schemeClr val="dk2"/>
                        </a:solidFill>
                        <a:latin typeface="Mulish Medium"/>
                        <a:ea typeface="Mulish Medium"/>
                        <a:cs typeface="Mulish Medium"/>
                        <a:sym typeface="Mulish Medium"/>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endParaRPr sz="1000" b="1">
                        <a:solidFill>
                          <a:schemeClr val="dk2"/>
                        </a:solidFill>
                        <a:latin typeface="Mulish"/>
                        <a:ea typeface="Mulish"/>
                        <a:cs typeface="Mulish"/>
                        <a:sym typeface="Mulish"/>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endParaRPr sz="1000">
                        <a:solidFill>
                          <a:schemeClr val="dk2"/>
                        </a:solidFill>
                        <a:latin typeface="Mulish Medium"/>
                        <a:ea typeface="Mulish Medium"/>
                        <a:cs typeface="Mulish Medium"/>
                        <a:sym typeface="Mulish Medium"/>
                      </a:endParaRPr>
                    </a:p>
                  </a:txBody>
                  <a:tcPr marL="91425" marR="91425"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232" name="Google Shape;1232;p28"/>
          <p:cNvPicPr preferRelativeResize="0"/>
          <p:nvPr/>
        </p:nvPicPr>
        <p:blipFill>
          <a:blip r:embed="rId3">
            <a:alphaModFix/>
          </a:blip>
          <a:stretch>
            <a:fillRect/>
          </a:stretch>
        </p:blipFill>
        <p:spPr>
          <a:xfrm>
            <a:off x="438625" y="4682150"/>
            <a:ext cx="2867025" cy="457200"/>
          </a:xfrm>
          <a:prstGeom prst="rect">
            <a:avLst/>
          </a:prstGeom>
          <a:noFill/>
          <a:ln>
            <a:noFill/>
          </a:ln>
        </p:spPr>
      </p:pic>
      <p:pic>
        <p:nvPicPr>
          <p:cNvPr id="1233" name="Google Shape;1233;p28"/>
          <p:cNvPicPr preferRelativeResize="0"/>
          <p:nvPr/>
        </p:nvPicPr>
        <p:blipFill>
          <a:blip r:embed="rId3">
            <a:alphaModFix/>
          </a:blip>
          <a:stretch>
            <a:fillRect/>
          </a:stretch>
        </p:blipFill>
        <p:spPr>
          <a:xfrm>
            <a:off x="6052875" y="4645200"/>
            <a:ext cx="2867025" cy="45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1238" name="Google Shape;1238;p29"/>
          <p:cNvSpPr/>
          <p:nvPr/>
        </p:nvSpPr>
        <p:spPr>
          <a:xfrm>
            <a:off x="3403800" y="2881825"/>
            <a:ext cx="836700" cy="572700"/>
          </a:xfrm>
          <a:prstGeom prst="roundRect">
            <a:avLst>
              <a:gd name="adj" fmla="val 50000"/>
            </a:avLst>
          </a:prstGeom>
          <a:gradFill>
            <a:gsLst>
              <a:gs pos="0">
                <a:schemeClr val="dk2"/>
              </a:gs>
              <a:gs pos="100000">
                <a:schemeClr val="lt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1239" name="Google Shape;1239;p29"/>
          <p:cNvSpPr/>
          <p:nvPr/>
        </p:nvSpPr>
        <p:spPr>
          <a:xfrm>
            <a:off x="6094037" y="2881825"/>
            <a:ext cx="836700" cy="572700"/>
          </a:xfrm>
          <a:prstGeom prst="roundRect">
            <a:avLst>
              <a:gd name="adj" fmla="val 50000"/>
            </a:avLst>
          </a:prstGeom>
          <a:gradFill>
            <a:gsLst>
              <a:gs pos="0">
                <a:schemeClr val="dk2"/>
              </a:gs>
              <a:gs pos="100000">
                <a:schemeClr val="lt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1240" name="Google Shape;1240;p29"/>
          <p:cNvSpPr/>
          <p:nvPr/>
        </p:nvSpPr>
        <p:spPr>
          <a:xfrm>
            <a:off x="720000" y="2881825"/>
            <a:ext cx="836700" cy="572700"/>
          </a:xfrm>
          <a:prstGeom prst="roundRect">
            <a:avLst>
              <a:gd name="adj" fmla="val 50000"/>
            </a:avLst>
          </a:prstGeom>
          <a:gradFill>
            <a:gsLst>
              <a:gs pos="0">
                <a:schemeClr val="dk2"/>
              </a:gs>
              <a:gs pos="100000">
                <a:schemeClr val="lt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1241" name="Google Shape;1241;p29"/>
          <p:cNvSpPr/>
          <p:nvPr/>
        </p:nvSpPr>
        <p:spPr>
          <a:xfrm>
            <a:off x="3403800" y="1159950"/>
            <a:ext cx="836700" cy="572700"/>
          </a:xfrm>
          <a:prstGeom prst="roundRect">
            <a:avLst>
              <a:gd name="adj" fmla="val 50000"/>
            </a:avLst>
          </a:prstGeom>
          <a:gradFill>
            <a:gsLst>
              <a:gs pos="0">
                <a:schemeClr val="dk2"/>
              </a:gs>
              <a:gs pos="100000">
                <a:schemeClr val="lt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1242" name="Google Shape;1242;p29"/>
          <p:cNvSpPr/>
          <p:nvPr/>
        </p:nvSpPr>
        <p:spPr>
          <a:xfrm>
            <a:off x="6094037" y="1159950"/>
            <a:ext cx="836700" cy="572700"/>
          </a:xfrm>
          <a:prstGeom prst="roundRect">
            <a:avLst>
              <a:gd name="adj" fmla="val 50000"/>
            </a:avLst>
          </a:prstGeom>
          <a:gradFill>
            <a:gsLst>
              <a:gs pos="0">
                <a:schemeClr val="dk2"/>
              </a:gs>
              <a:gs pos="100000">
                <a:schemeClr val="lt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1243" name="Google Shape;1243;p29"/>
          <p:cNvSpPr/>
          <p:nvPr/>
        </p:nvSpPr>
        <p:spPr>
          <a:xfrm>
            <a:off x="720000" y="1159950"/>
            <a:ext cx="836700" cy="572700"/>
          </a:xfrm>
          <a:prstGeom prst="roundRect">
            <a:avLst>
              <a:gd name="adj" fmla="val 50000"/>
            </a:avLst>
          </a:prstGeom>
          <a:gradFill>
            <a:gsLst>
              <a:gs pos="0">
                <a:schemeClr val="dk2"/>
              </a:gs>
              <a:gs pos="100000">
                <a:schemeClr val="lt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Poppins"/>
              <a:ea typeface="Poppins"/>
              <a:cs typeface="Poppins"/>
              <a:sym typeface="Poppins"/>
            </a:endParaRPr>
          </a:p>
        </p:txBody>
      </p:sp>
      <p:sp>
        <p:nvSpPr>
          <p:cNvPr id="1244" name="Google Shape;1244;p29"/>
          <p:cNvSpPr txBox="1">
            <a:spLocks noGrp="1"/>
          </p:cNvSpPr>
          <p:nvPr>
            <p:ph type="title" idx="2"/>
          </p:nvPr>
        </p:nvSpPr>
        <p:spPr>
          <a:xfrm>
            <a:off x="715100" y="1279200"/>
            <a:ext cx="841200" cy="33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245" name="Google Shape;1245;p29"/>
          <p:cNvSpPr txBox="1">
            <a:spLocks noGrp="1"/>
          </p:cNvSpPr>
          <p:nvPr>
            <p:ph type="subTitle" idx="1"/>
          </p:nvPr>
        </p:nvSpPr>
        <p:spPr>
          <a:xfrm>
            <a:off x="715100" y="2182886"/>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Qué es y para qué sirve</a:t>
            </a:r>
            <a:endParaRPr/>
          </a:p>
        </p:txBody>
      </p:sp>
      <p:sp>
        <p:nvSpPr>
          <p:cNvPr id="1246" name="Google Shape;1246;p29"/>
          <p:cNvSpPr txBox="1">
            <a:spLocks noGrp="1"/>
          </p:cNvSpPr>
          <p:nvPr>
            <p:ph type="title" idx="3"/>
          </p:nvPr>
        </p:nvSpPr>
        <p:spPr>
          <a:xfrm>
            <a:off x="3407013" y="1253075"/>
            <a:ext cx="836700" cy="33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247" name="Google Shape;1247;p29"/>
          <p:cNvSpPr txBox="1">
            <a:spLocks noGrp="1"/>
          </p:cNvSpPr>
          <p:nvPr>
            <p:ph type="subTitle" idx="4"/>
          </p:nvPr>
        </p:nvSpPr>
        <p:spPr>
          <a:xfrm>
            <a:off x="3403800" y="2182886"/>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Como se realizan las conexiones internas</a:t>
            </a:r>
            <a:endParaRPr/>
          </a:p>
        </p:txBody>
      </p:sp>
      <p:sp>
        <p:nvSpPr>
          <p:cNvPr id="1248" name="Google Shape;1248;p29"/>
          <p:cNvSpPr txBox="1">
            <a:spLocks noGrp="1"/>
          </p:cNvSpPr>
          <p:nvPr>
            <p:ph type="title" idx="5"/>
          </p:nvPr>
        </p:nvSpPr>
        <p:spPr>
          <a:xfrm>
            <a:off x="6094037" y="1279200"/>
            <a:ext cx="836700" cy="33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249" name="Google Shape;1249;p29"/>
          <p:cNvSpPr txBox="1">
            <a:spLocks noGrp="1"/>
          </p:cNvSpPr>
          <p:nvPr>
            <p:ph type="subTitle" idx="6"/>
          </p:nvPr>
        </p:nvSpPr>
        <p:spPr>
          <a:xfrm>
            <a:off x="6094037" y="2182886"/>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Cómo se controla toda la comunicación</a:t>
            </a:r>
            <a:endParaRPr/>
          </a:p>
        </p:txBody>
      </p:sp>
      <p:sp>
        <p:nvSpPr>
          <p:cNvPr id="1250" name="Google Shape;1250;p29"/>
          <p:cNvSpPr txBox="1">
            <a:spLocks noGrp="1"/>
          </p:cNvSpPr>
          <p:nvPr>
            <p:ph type="subTitle" idx="7"/>
          </p:nvPr>
        </p:nvSpPr>
        <p:spPr>
          <a:xfrm>
            <a:off x="715100" y="1732638"/>
            <a:ext cx="23364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Introduccion</a:t>
            </a:r>
            <a:endParaRPr/>
          </a:p>
        </p:txBody>
      </p:sp>
      <p:sp>
        <p:nvSpPr>
          <p:cNvPr id="1251" name="Google Shape;1251;p29"/>
          <p:cNvSpPr txBox="1">
            <a:spLocks noGrp="1"/>
          </p:cNvSpPr>
          <p:nvPr>
            <p:ph type="subTitle" idx="8"/>
          </p:nvPr>
        </p:nvSpPr>
        <p:spPr>
          <a:xfrm>
            <a:off x="3403800" y="1732638"/>
            <a:ext cx="23364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Conexiones</a:t>
            </a:r>
            <a:endParaRPr/>
          </a:p>
        </p:txBody>
      </p:sp>
      <p:sp>
        <p:nvSpPr>
          <p:cNvPr id="1252" name="Google Shape;1252;p29"/>
          <p:cNvSpPr txBox="1">
            <a:spLocks noGrp="1"/>
          </p:cNvSpPr>
          <p:nvPr>
            <p:ph type="subTitle" idx="9"/>
          </p:nvPr>
        </p:nvSpPr>
        <p:spPr>
          <a:xfrm>
            <a:off x="6094037" y="1732638"/>
            <a:ext cx="23364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t>Maquina de estados</a:t>
            </a:r>
            <a:endParaRPr sz="1600"/>
          </a:p>
        </p:txBody>
      </p:sp>
      <p:sp>
        <p:nvSpPr>
          <p:cNvPr id="1253" name="Google Shape;1253;p29"/>
          <p:cNvSpPr txBox="1">
            <a:spLocks noGrp="1"/>
          </p:cNvSpPr>
          <p:nvPr>
            <p:ph type="title"/>
          </p:nvPr>
        </p:nvSpPr>
        <p:spPr>
          <a:xfrm>
            <a:off x="720000" y="535000"/>
            <a:ext cx="68511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Indice</a:t>
            </a:r>
            <a:endParaRPr/>
          </a:p>
        </p:txBody>
      </p:sp>
      <p:sp>
        <p:nvSpPr>
          <p:cNvPr id="1254" name="Google Shape;1254;p29"/>
          <p:cNvSpPr txBox="1">
            <a:spLocks noGrp="1"/>
          </p:cNvSpPr>
          <p:nvPr>
            <p:ph type="title" idx="13"/>
          </p:nvPr>
        </p:nvSpPr>
        <p:spPr>
          <a:xfrm>
            <a:off x="715100" y="3001063"/>
            <a:ext cx="841200" cy="33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1255" name="Google Shape;1255;p29"/>
          <p:cNvSpPr txBox="1">
            <a:spLocks noGrp="1"/>
          </p:cNvSpPr>
          <p:nvPr>
            <p:ph type="subTitle" idx="14"/>
          </p:nvPr>
        </p:nvSpPr>
        <p:spPr>
          <a:xfrm>
            <a:off x="715100" y="3904748"/>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Cómo se sincronizan los datos: CPOL y CPHA</a:t>
            </a:r>
            <a:endParaRPr/>
          </a:p>
        </p:txBody>
      </p:sp>
      <p:sp>
        <p:nvSpPr>
          <p:cNvPr id="1256" name="Google Shape;1256;p29"/>
          <p:cNvSpPr txBox="1">
            <a:spLocks noGrp="1"/>
          </p:cNvSpPr>
          <p:nvPr>
            <p:ph type="title" idx="15"/>
          </p:nvPr>
        </p:nvSpPr>
        <p:spPr>
          <a:xfrm>
            <a:off x="3403800" y="3001013"/>
            <a:ext cx="836700" cy="33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1257" name="Google Shape;1257;p29"/>
          <p:cNvSpPr txBox="1">
            <a:spLocks noGrp="1"/>
          </p:cNvSpPr>
          <p:nvPr>
            <p:ph type="subTitle" idx="16"/>
          </p:nvPr>
        </p:nvSpPr>
        <p:spPr>
          <a:xfrm>
            <a:off x="3403800" y="3904748"/>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Donde se ve esto y cómo se implementa</a:t>
            </a:r>
            <a:endParaRPr/>
          </a:p>
        </p:txBody>
      </p:sp>
      <p:sp>
        <p:nvSpPr>
          <p:cNvPr id="1258" name="Google Shape;1258;p29"/>
          <p:cNvSpPr txBox="1">
            <a:spLocks noGrp="1"/>
          </p:cNvSpPr>
          <p:nvPr>
            <p:ph type="title" idx="17"/>
          </p:nvPr>
        </p:nvSpPr>
        <p:spPr>
          <a:xfrm>
            <a:off x="6094037" y="3001063"/>
            <a:ext cx="836700" cy="33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1259" name="Google Shape;1259;p29"/>
          <p:cNvSpPr txBox="1">
            <a:spLocks noGrp="1"/>
          </p:cNvSpPr>
          <p:nvPr>
            <p:ph type="subTitle" idx="18"/>
          </p:nvPr>
        </p:nvSpPr>
        <p:spPr>
          <a:xfrm>
            <a:off x="6094037" y="3904748"/>
            <a:ext cx="2336400" cy="48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Importancia de conocer el protocolo</a:t>
            </a:r>
            <a:endParaRPr/>
          </a:p>
        </p:txBody>
      </p:sp>
      <p:sp>
        <p:nvSpPr>
          <p:cNvPr id="1260" name="Google Shape;1260;p29"/>
          <p:cNvSpPr txBox="1">
            <a:spLocks noGrp="1"/>
          </p:cNvSpPr>
          <p:nvPr>
            <p:ph type="subTitle" idx="19"/>
          </p:nvPr>
        </p:nvSpPr>
        <p:spPr>
          <a:xfrm>
            <a:off x="715100" y="3454500"/>
            <a:ext cx="23364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Modos del SPI</a:t>
            </a:r>
            <a:endParaRPr/>
          </a:p>
        </p:txBody>
      </p:sp>
      <p:sp>
        <p:nvSpPr>
          <p:cNvPr id="1261" name="Google Shape;1261;p29"/>
          <p:cNvSpPr txBox="1">
            <a:spLocks noGrp="1"/>
          </p:cNvSpPr>
          <p:nvPr>
            <p:ph type="subTitle" idx="20"/>
          </p:nvPr>
        </p:nvSpPr>
        <p:spPr>
          <a:xfrm>
            <a:off x="3403800" y="3454500"/>
            <a:ext cx="23364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Ejemplos</a:t>
            </a:r>
            <a:endParaRPr/>
          </a:p>
        </p:txBody>
      </p:sp>
      <p:sp>
        <p:nvSpPr>
          <p:cNvPr id="1262" name="Google Shape;1262;p29"/>
          <p:cNvSpPr txBox="1">
            <a:spLocks noGrp="1"/>
          </p:cNvSpPr>
          <p:nvPr>
            <p:ph type="subTitle" idx="21"/>
          </p:nvPr>
        </p:nvSpPr>
        <p:spPr>
          <a:xfrm>
            <a:off x="6094037" y="3454500"/>
            <a:ext cx="2336400" cy="44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Conclusiones</a:t>
            </a:r>
            <a:endParaRPr/>
          </a:p>
        </p:txBody>
      </p:sp>
      <p:pic>
        <p:nvPicPr>
          <p:cNvPr id="1263" name="Google Shape;1263;p29"/>
          <p:cNvPicPr preferRelativeResize="0"/>
          <p:nvPr/>
        </p:nvPicPr>
        <p:blipFill>
          <a:blip r:embed="rId3">
            <a:alphaModFix/>
          </a:blip>
          <a:stretch>
            <a:fillRect/>
          </a:stretch>
        </p:blipFill>
        <p:spPr>
          <a:xfrm>
            <a:off x="189675" y="4644448"/>
            <a:ext cx="2816554" cy="449151"/>
          </a:xfrm>
          <a:prstGeom prst="rect">
            <a:avLst/>
          </a:prstGeom>
          <a:noFill/>
          <a:ln>
            <a:noFill/>
          </a:ln>
        </p:spPr>
      </p:pic>
      <p:pic>
        <p:nvPicPr>
          <p:cNvPr id="1264" name="Google Shape;1264;p29"/>
          <p:cNvPicPr preferRelativeResize="0"/>
          <p:nvPr/>
        </p:nvPicPr>
        <p:blipFill>
          <a:blip r:embed="rId3">
            <a:alphaModFix/>
          </a:blip>
          <a:stretch>
            <a:fillRect/>
          </a:stretch>
        </p:blipFill>
        <p:spPr>
          <a:xfrm>
            <a:off x="6056750" y="4643325"/>
            <a:ext cx="2780500" cy="484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8"/>
        <p:cNvGrpSpPr/>
        <p:nvPr/>
      </p:nvGrpSpPr>
      <p:grpSpPr>
        <a:xfrm>
          <a:off x="0" y="0"/>
          <a:ext cx="0" cy="0"/>
          <a:chOff x="0" y="0"/>
          <a:chExt cx="0" cy="0"/>
        </a:xfrm>
      </p:grpSpPr>
      <p:sp>
        <p:nvSpPr>
          <p:cNvPr id="1269" name="Google Shape;1269;p30"/>
          <p:cNvSpPr txBox="1">
            <a:spLocks noGrp="1"/>
          </p:cNvSpPr>
          <p:nvPr>
            <p:ph type="subTitle" idx="3"/>
          </p:nvPr>
        </p:nvSpPr>
        <p:spPr>
          <a:xfrm>
            <a:off x="720000" y="1403058"/>
            <a:ext cx="2907600" cy="137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SPI Serial Peripheral Interface es un protocolo de comunicación serial, síncrono de datos utilizado para comunicar un dispositivo “maestro” con uno o múltiples dispositivos “Esclavos”</a:t>
            </a:r>
            <a:endParaRPr/>
          </a:p>
        </p:txBody>
      </p:sp>
      <p:sp>
        <p:nvSpPr>
          <p:cNvPr id="1270" name="Google Shape;1270;p30"/>
          <p:cNvSpPr txBox="1">
            <a:spLocks noGrp="1"/>
          </p:cNvSpPr>
          <p:nvPr>
            <p:ph type="subTitle" idx="4"/>
          </p:nvPr>
        </p:nvSpPr>
        <p:spPr>
          <a:xfrm>
            <a:off x="720000" y="3126125"/>
            <a:ext cx="3186300" cy="121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Fue desarrollado por Motorola y se utiliza para comunicar memorias flash, sensores, pantallas y tarjetas SD</a:t>
            </a:r>
            <a:endParaRPr/>
          </a:p>
          <a:p>
            <a:pPr marL="0" lvl="0" indent="0" algn="ctr" rtl="0">
              <a:spcBef>
                <a:spcPts val="0"/>
              </a:spcBef>
              <a:spcAft>
                <a:spcPts val="0"/>
              </a:spcAft>
              <a:buNone/>
            </a:pPr>
            <a:endParaRPr/>
          </a:p>
        </p:txBody>
      </p:sp>
      <p:sp>
        <p:nvSpPr>
          <p:cNvPr id="1271" name="Google Shape;1271;p30"/>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Introducción</a:t>
            </a:r>
            <a:endParaRPr/>
          </a:p>
        </p:txBody>
      </p:sp>
      <p:pic>
        <p:nvPicPr>
          <p:cNvPr id="1272" name="Google Shape;1272;p30"/>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273" name="Google Shape;1273;p30"/>
          <p:cNvPicPr preferRelativeResize="0"/>
          <p:nvPr/>
        </p:nvPicPr>
        <p:blipFill>
          <a:blip r:embed="rId3">
            <a:alphaModFix/>
          </a:blip>
          <a:stretch>
            <a:fillRect/>
          </a:stretch>
        </p:blipFill>
        <p:spPr>
          <a:xfrm>
            <a:off x="6069275" y="4686308"/>
            <a:ext cx="2867025" cy="457200"/>
          </a:xfrm>
          <a:prstGeom prst="rect">
            <a:avLst/>
          </a:prstGeom>
          <a:noFill/>
          <a:ln>
            <a:noFill/>
          </a:ln>
        </p:spPr>
      </p:pic>
      <p:pic>
        <p:nvPicPr>
          <p:cNvPr id="1274" name="Google Shape;1274;p30"/>
          <p:cNvPicPr preferRelativeResize="0"/>
          <p:nvPr/>
        </p:nvPicPr>
        <p:blipFill>
          <a:blip r:embed="rId4">
            <a:alphaModFix/>
          </a:blip>
          <a:stretch>
            <a:fillRect/>
          </a:stretch>
        </p:blipFill>
        <p:spPr>
          <a:xfrm>
            <a:off x="5280188" y="1690925"/>
            <a:ext cx="1761651" cy="17616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31"/>
          <p:cNvSpPr txBox="1">
            <a:spLocks noGrp="1"/>
          </p:cNvSpPr>
          <p:nvPr>
            <p:ph type="subTitle" idx="3"/>
          </p:nvPr>
        </p:nvSpPr>
        <p:spPr>
          <a:xfrm>
            <a:off x="720000" y="1107700"/>
            <a:ext cx="4694700" cy="310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Utiliza 4 Líneas principales</a:t>
            </a:r>
            <a:endParaRPr/>
          </a:p>
          <a:p>
            <a:pPr marL="0" lvl="0" indent="0" algn="l" rtl="0">
              <a:spcBef>
                <a:spcPts val="0"/>
              </a:spcBef>
              <a:spcAft>
                <a:spcPts val="0"/>
              </a:spcAft>
              <a:buNone/>
            </a:pPr>
            <a:endParaRPr/>
          </a:p>
          <a:p>
            <a:pPr marL="457200" lvl="0" indent="-304800" algn="l" rtl="0">
              <a:spcBef>
                <a:spcPts val="0"/>
              </a:spcBef>
              <a:spcAft>
                <a:spcPts val="0"/>
              </a:spcAft>
              <a:buSzPts val="1200"/>
              <a:buAutoNum type="arabicPeriod"/>
            </a:pPr>
            <a:r>
              <a:rPr lang="en"/>
              <a:t>SLCK: Serial Clock, es el reloj de sincronización.</a:t>
            </a:r>
            <a:endParaRPr/>
          </a:p>
          <a:p>
            <a:pPr marL="457200" lvl="0" indent="0" algn="l" rtl="0">
              <a:spcBef>
                <a:spcPts val="0"/>
              </a:spcBef>
              <a:spcAft>
                <a:spcPts val="0"/>
              </a:spcAft>
              <a:buNone/>
            </a:pPr>
            <a:endParaRPr/>
          </a:p>
          <a:p>
            <a:pPr marL="457200" lvl="0" indent="-304800" algn="l" rtl="0">
              <a:spcBef>
                <a:spcPts val="0"/>
              </a:spcBef>
              <a:spcAft>
                <a:spcPts val="0"/>
              </a:spcAft>
              <a:buSzPts val="1200"/>
              <a:buAutoNum type="arabicPeriod"/>
            </a:pPr>
            <a:r>
              <a:rPr lang="en"/>
              <a:t>MOSI: Master Out Slave In, son los datos que envía el maestro.</a:t>
            </a:r>
            <a:endParaRPr/>
          </a:p>
          <a:p>
            <a:pPr marL="457200" lvl="0" indent="0" algn="l" rtl="0">
              <a:spcBef>
                <a:spcPts val="0"/>
              </a:spcBef>
              <a:spcAft>
                <a:spcPts val="0"/>
              </a:spcAft>
              <a:buNone/>
            </a:pPr>
            <a:endParaRPr/>
          </a:p>
          <a:p>
            <a:pPr marL="457200" lvl="0" indent="-304800" algn="l" rtl="0">
              <a:spcBef>
                <a:spcPts val="0"/>
              </a:spcBef>
              <a:spcAft>
                <a:spcPts val="0"/>
              </a:spcAft>
              <a:buSzPts val="1200"/>
              <a:buAutoNum type="arabicPeriod"/>
            </a:pPr>
            <a:r>
              <a:rPr lang="en"/>
              <a:t>MISO: Master In Slave Out, son los datos que recibe el maestro.</a:t>
            </a:r>
            <a:endParaRPr/>
          </a:p>
          <a:p>
            <a:pPr marL="457200" lvl="0" indent="0" algn="l" rtl="0">
              <a:spcBef>
                <a:spcPts val="0"/>
              </a:spcBef>
              <a:spcAft>
                <a:spcPts val="0"/>
              </a:spcAft>
              <a:buNone/>
            </a:pPr>
            <a:endParaRPr/>
          </a:p>
          <a:p>
            <a:pPr marL="457200" lvl="0" indent="-304800" algn="l" rtl="0">
              <a:spcBef>
                <a:spcPts val="0"/>
              </a:spcBef>
              <a:spcAft>
                <a:spcPts val="0"/>
              </a:spcAft>
              <a:buSzPts val="1200"/>
              <a:buAutoNum type="arabicPeriod"/>
            </a:pPr>
            <a:r>
              <a:rPr lang="en"/>
              <a:t>SS: Slave Select, es la conexión que permite seleccionar entre los distintos esclavos en caso de tenerlos.</a:t>
            </a:r>
            <a:endParaRPr/>
          </a:p>
        </p:txBody>
      </p:sp>
      <p:sp>
        <p:nvSpPr>
          <p:cNvPr id="1280" name="Google Shape;1280;p31"/>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Conexiones </a:t>
            </a:r>
            <a:endParaRPr/>
          </a:p>
        </p:txBody>
      </p:sp>
      <p:pic>
        <p:nvPicPr>
          <p:cNvPr id="1281" name="Google Shape;1281;p31"/>
          <p:cNvPicPr preferRelativeResize="0"/>
          <p:nvPr/>
        </p:nvPicPr>
        <p:blipFill>
          <a:blip r:embed="rId3">
            <a:alphaModFix/>
          </a:blip>
          <a:stretch>
            <a:fillRect/>
          </a:stretch>
        </p:blipFill>
        <p:spPr>
          <a:xfrm>
            <a:off x="5414700" y="1384612"/>
            <a:ext cx="2992575" cy="2374275"/>
          </a:xfrm>
          <a:prstGeom prst="rect">
            <a:avLst/>
          </a:prstGeom>
          <a:noFill/>
          <a:ln>
            <a:noFill/>
          </a:ln>
        </p:spPr>
      </p:pic>
      <p:pic>
        <p:nvPicPr>
          <p:cNvPr id="1282" name="Google Shape;1282;p31"/>
          <p:cNvPicPr preferRelativeResize="0"/>
          <p:nvPr/>
        </p:nvPicPr>
        <p:blipFill>
          <a:blip r:embed="rId4">
            <a:alphaModFix/>
          </a:blip>
          <a:stretch>
            <a:fillRect/>
          </a:stretch>
        </p:blipFill>
        <p:spPr>
          <a:xfrm>
            <a:off x="543750" y="4686288"/>
            <a:ext cx="2867025" cy="457200"/>
          </a:xfrm>
          <a:prstGeom prst="rect">
            <a:avLst/>
          </a:prstGeom>
          <a:noFill/>
          <a:ln>
            <a:noFill/>
          </a:ln>
        </p:spPr>
      </p:pic>
      <p:pic>
        <p:nvPicPr>
          <p:cNvPr id="1283" name="Google Shape;1283;p31"/>
          <p:cNvPicPr preferRelativeResize="0"/>
          <p:nvPr/>
        </p:nvPicPr>
        <p:blipFill>
          <a:blip r:embed="rId4">
            <a:alphaModFix/>
          </a:blip>
          <a:stretch>
            <a:fillRect/>
          </a:stretch>
        </p:blipFill>
        <p:spPr>
          <a:xfrm>
            <a:off x="6165775" y="4686288"/>
            <a:ext cx="2867025"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sp>
        <p:nvSpPr>
          <p:cNvPr id="1288" name="Google Shape;1288;p32"/>
          <p:cNvSpPr txBox="1">
            <a:spLocks noGrp="1"/>
          </p:cNvSpPr>
          <p:nvPr>
            <p:ph type="subTitle" idx="3"/>
          </p:nvPr>
        </p:nvSpPr>
        <p:spPr>
          <a:xfrm>
            <a:off x="720000" y="1107700"/>
            <a:ext cx="7998300" cy="31062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a:t>	</a:t>
            </a:r>
            <a:endParaRPr/>
          </a:p>
          <a:p>
            <a:pPr marL="0" lvl="0" indent="0" algn="l" rtl="0">
              <a:spcBef>
                <a:spcPts val="0"/>
              </a:spcBef>
              <a:spcAft>
                <a:spcPts val="0"/>
              </a:spcAft>
              <a:buNone/>
            </a:pPr>
            <a:r>
              <a:rPr lang="en"/>
              <a:t>Un reloj (clock) es simplemente una señal periódica de 0 y 1.</a:t>
            </a:r>
            <a:endParaRPr/>
          </a:p>
          <a:p>
            <a:pPr marL="0" lvl="0" indent="0" algn="l" rtl="0">
              <a:spcBef>
                <a:spcPts val="0"/>
              </a:spcBef>
              <a:spcAft>
                <a:spcPts val="0"/>
              </a:spcAft>
              <a:buNone/>
            </a:pPr>
            <a:endParaRPr/>
          </a:p>
          <a:p>
            <a:pPr marL="0" lvl="0" indent="0" algn="l" rtl="0">
              <a:spcBef>
                <a:spcPts val="0"/>
              </a:spcBef>
              <a:spcAft>
                <a:spcPts val="0"/>
              </a:spcAft>
              <a:buNone/>
            </a:pPr>
            <a:r>
              <a:rPr lang="en"/>
              <a:t>Cada transición sincroniza operaciones dentro del circuito.</a:t>
            </a:r>
            <a:endParaRPr/>
          </a:p>
          <a:p>
            <a:pPr marL="0" lvl="0" indent="0" algn="l" rtl="0">
              <a:spcBef>
                <a:spcPts val="0"/>
              </a:spcBef>
              <a:spcAft>
                <a:spcPts val="0"/>
              </a:spcAft>
              <a:buNone/>
            </a:pPr>
            <a:r>
              <a:rPr lang="en"/>
              <a:t>Un ejemplo típico de reloj, es el reloj principal que ya existe en las FPGA</a:t>
            </a:r>
            <a:endParaRPr/>
          </a:p>
          <a:p>
            <a:pPr marL="0" lvl="0" indent="0" algn="l" rtl="0">
              <a:spcBef>
                <a:spcPts val="0"/>
              </a:spcBef>
              <a:spcAft>
                <a:spcPts val="0"/>
              </a:spcAft>
              <a:buNone/>
            </a:pPr>
            <a:r>
              <a:rPr lang="en"/>
              <a:t>Por ejemplo de 50 MHZ (50,000,000 ciclos por segundo)</a:t>
            </a:r>
            <a:endParaRPr/>
          </a:p>
          <a:p>
            <a:pPr marL="0" lvl="0" indent="0" algn="l" rtl="0">
              <a:spcBef>
                <a:spcPts val="0"/>
              </a:spcBef>
              <a:spcAft>
                <a:spcPts val="0"/>
              </a:spcAft>
              <a:buNone/>
            </a:pPr>
            <a:endParaRPr/>
          </a:p>
          <a:p>
            <a:pPr marL="0" lvl="0" indent="0" algn="l" rtl="0">
              <a:spcBef>
                <a:spcPts val="0"/>
              </a:spcBef>
              <a:spcAft>
                <a:spcPts val="0"/>
              </a:spcAft>
              <a:buNone/>
            </a:pPr>
            <a:r>
              <a:rPr lang="en"/>
              <a:t>Para SPI normalmente usa relojes mucho</a:t>
            </a:r>
            <a:endParaRPr/>
          </a:p>
          <a:p>
            <a:pPr marL="0" lvl="0" indent="0" algn="l" rtl="0">
              <a:spcBef>
                <a:spcPts val="0"/>
              </a:spcBef>
              <a:spcAft>
                <a:spcPts val="0"/>
              </a:spcAft>
              <a:buNone/>
            </a:pPr>
            <a:r>
              <a:rPr lang="en"/>
              <a:t>más lentos (1 MHz, 5 MHz, etc).</a:t>
            </a:r>
            <a:endParaRPr/>
          </a:p>
          <a:p>
            <a:pPr marL="0" lvl="0" indent="0" algn="l" rtl="0">
              <a:spcBef>
                <a:spcPts val="0"/>
              </a:spcBef>
              <a:spcAft>
                <a:spcPts val="0"/>
              </a:spcAft>
              <a:buNone/>
            </a:pPr>
            <a:endParaRPr/>
          </a:p>
          <a:p>
            <a:pPr marL="0" lvl="0" indent="0" algn="l" rtl="0">
              <a:spcBef>
                <a:spcPts val="0"/>
              </a:spcBef>
              <a:spcAft>
                <a:spcPts val="0"/>
              </a:spcAft>
              <a:buNone/>
            </a:pPr>
            <a:r>
              <a:rPr lang="en"/>
              <a:t>El reloj sirve para sincronizar cuándo leer </a:t>
            </a:r>
            <a:endParaRPr/>
          </a:p>
          <a:p>
            <a:pPr marL="0" lvl="0" indent="0" algn="l" rtl="0">
              <a:spcBef>
                <a:spcPts val="0"/>
              </a:spcBef>
              <a:spcAft>
                <a:spcPts val="0"/>
              </a:spcAft>
              <a:buNone/>
            </a:pPr>
            <a:r>
              <a:rPr lang="en"/>
              <a:t>y cuándo enviar datos.</a:t>
            </a:r>
            <a:endParaRPr/>
          </a:p>
        </p:txBody>
      </p:sp>
      <p:sp>
        <p:nvSpPr>
          <p:cNvPr id="1289" name="Google Shape;1289;p32"/>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Conexion SLCK</a:t>
            </a:r>
            <a:endParaRPr/>
          </a:p>
        </p:txBody>
      </p:sp>
      <p:pic>
        <p:nvPicPr>
          <p:cNvPr id="1290" name="Google Shape;1290;p32"/>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291" name="Google Shape;1291;p32"/>
          <p:cNvPicPr preferRelativeResize="0"/>
          <p:nvPr/>
        </p:nvPicPr>
        <p:blipFill>
          <a:blip r:embed="rId3">
            <a:alphaModFix/>
          </a:blip>
          <a:stretch>
            <a:fillRect/>
          </a:stretch>
        </p:blipFill>
        <p:spPr>
          <a:xfrm>
            <a:off x="6165775" y="4686288"/>
            <a:ext cx="2867025" cy="457200"/>
          </a:xfrm>
          <a:prstGeom prst="rect">
            <a:avLst/>
          </a:prstGeom>
          <a:noFill/>
          <a:ln>
            <a:noFill/>
          </a:ln>
        </p:spPr>
      </p:pic>
      <p:pic>
        <p:nvPicPr>
          <p:cNvPr id="1292" name="Google Shape;1292;p32"/>
          <p:cNvPicPr preferRelativeResize="0"/>
          <p:nvPr/>
        </p:nvPicPr>
        <p:blipFill rotWithShape="1">
          <a:blip r:embed="rId4">
            <a:alphaModFix/>
          </a:blip>
          <a:srcRect b="27646"/>
          <a:stretch/>
        </p:blipFill>
        <p:spPr>
          <a:xfrm>
            <a:off x="4871925" y="2608172"/>
            <a:ext cx="3790950" cy="1605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6"/>
        <p:cNvGrpSpPr/>
        <p:nvPr/>
      </p:nvGrpSpPr>
      <p:grpSpPr>
        <a:xfrm>
          <a:off x="0" y="0"/>
          <a:ext cx="0" cy="0"/>
          <a:chOff x="0" y="0"/>
          <a:chExt cx="0" cy="0"/>
        </a:xfrm>
      </p:grpSpPr>
      <p:sp>
        <p:nvSpPr>
          <p:cNvPr id="1297" name="Google Shape;1297;p33"/>
          <p:cNvSpPr txBox="1">
            <a:spLocks noGrp="1"/>
          </p:cNvSpPr>
          <p:nvPr>
            <p:ph type="subTitle" idx="3"/>
          </p:nvPr>
        </p:nvSpPr>
        <p:spPr>
          <a:xfrm>
            <a:off x="720000" y="1107700"/>
            <a:ext cx="5052300" cy="310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Una vez que ya tenemos nuestra señal de reloj, tenemos nuestra conexion Master In Slave Out, que es la que manda los datos.</a:t>
            </a:r>
            <a:endParaRPr/>
          </a:p>
          <a:p>
            <a:pPr marL="0" lvl="0" indent="0" algn="l" rtl="0">
              <a:spcBef>
                <a:spcPts val="0"/>
              </a:spcBef>
              <a:spcAft>
                <a:spcPts val="0"/>
              </a:spcAft>
              <a:buNone/>
            </a:pPr>
            <a:endParaRPr/>
          </a:p>
          <a:p>
            <a:pPr marL="0" lvl="0" indent="0" algn="l" rtl="0">
              <a:spcBef>
                <a:spcPts val="0"/>
              </a:spcBef>
              <a:spcAft>
                <a:spcPts val="0"/>
              </a:spcAft>
              <a:buNone/>
            </a:pPr>
            <a:r>
              <a:rPr lang="en"/>
              <a:t>Internamente existe un “shift register” o registro de desplazamiento, cuando comienza la transmisión, cada pulso de reloj hace que el registro se desplace.</a:t>
            </a:r>
            <a:endParaRPr/>
          </a:p>
          <a:p>
            <a:pPr marL="0" lvl="0" indent="0" algn="l" rtl="0">
              <a:spcBef>
                <a:spcPts val="0"/>
              </a:spcBef>
              <a:spcAft>
                <a:spcPts val="0"/>
              </a:spcAft>
              <a:buNone/>
            </a:pPr>
            <a:endParaRPr/>
          </a:p>
          <a:p>
            <a:pPr marL="0" lvl="0" indent="0" algn="l" rtl="0">
              <a:spcBef>
                <a:spcPts val="0"/>
              </a:spcBef>
              <a:spcAft>
                <a:spcPts val="0"/>
              </a:spcAft>
              <a:buNone/>
            </a:pPr>
            <a:r>
              <a:rPr lang="en"/>
              <a:t>Ejemplo: queremos mandar 10110010</a:t>
            </a:r>
            <a:endParaRPr/>
          </a:p>
          <a:p>
            <a:pPr marL="0" lvl="0" indent="0" algn="l" rtl="0">
              <a:spcBef>
                <a:spcPts val="0"/>
              </a:spcBef>
              <a:spcAft>
                <a:spcPts val="0"/>
              </a:spcAft>
              <a:buNone/>
            </a:pPr>
            <a:r>
              <a:rPr lang="en"/>
              <a:t>Este dato se carga en el registro, y en el primer ciclo de reloj se manda el bit más significativo (1), de ahí en el registro queda 0110010. En el ciclo 2 se manda el (0) y en el registro queda 110010.</a:t>
            </a:r>
            <a:endParaRPr/>
          </a:p>
          <a:p>
            <a:pPr marL="0" lvl="0" indent="0" algn="l" rtl="0">
              <a:spcBef>
                <a:spcPts val="0"/>
              </a:spcBef>
              <a:spcAft>
                <a:spcPts val="0"/>
              </a:spcAft>
              <a:buNone/>
            </a:pPr>
            <a:endParaRPr/>
          </a:p>
          <a:p>
            <a:pPr marL="0" lvl="0" indent="0" algn="l" rtl="0">
              <a:spcBef>
                <a:spcPts val="0"/>
              </a:spcBef>
              <a:spcAft>
                <a:spcPts val="0"/>
              </a:spcAft>
              <a:buNone/>
            </a:pPr>
            <a:r>
              <a:rPr lang="en"/>
              <a:t>Después de 8 ciclos se transmiten 8 bits</a:t>
            </a:r>
            <a:endParaRPr/>
          </a:p>
        </p:txBody>
      </p:sp>
      <p:sp>
        <p:nvSpPr>
          <p:cNvPr id="1298" name="Google Shape;1298;p33"/>
          <p:cNvSpPr txBox="1">
            <a:spLocks noGrp="1"/>
          </p:cNvSpPr>
          <p:nvPr>
            <p:ph type="title"/>
          </p:nvPr>
        </p:nvSpPr>
        <p:spPr>
          <a:xfrm>
            <a:off x="655375"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Conexion MOSI </a:t>
            </a:r>
            <a:endParaRPr/>
          </a:p>
        </p:txBody>
      </p:sp>
      <p:pic>
        <p:nvPicPr>
          <p:cNvPr id="1299" name="Google Shape;1299;p33"/>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300" name="Google Shape;1300;p33"/>
          <p:cNvPicPr preferRelativeResize="0"/>
          <p:nvPr/>
        </p:nvPicPr>
        <p:blipFill>
          <a:blip r:embed="rId3">
            <a:alphaModFix/>
          </a:blip>
          <a:stretch>
            <a:fillRect/>
          </a:stretch>
        </p:blipFill>
        <p:spPr>
          <a:xfrm>
            <a:off x="6165775" y="4686288"/>
            <a:ext cx="2867025" cy="457200"/>
          </a:xfrm>
          <a:prstGeom prst="rect">
            <a:avLst/>
          </a:prstGeom>
          <a:noFill/>
          <a:ln>
            <a:noFill/>
          </a:ln>
        </p:spPr>
      </p:pic>
      <p:pic>
        <p:nvPicPr>
          <p:cNvPr id="1301" name="Google Shape;1301;p33"/>
          <p:cNvPicPr preferRelativeResize="0"/>
          <p:nvPr/>
        </p:nvPicPr>
        <p:blipFill>
          <a:blip r:embed="rId4">
            <a:alphaModFix/>
          </a:blip>
          <a:stretch>
            <a:fillRect/>
          </a:stretch>
        </p:blipFill>
        <p:spPr>
          <a:xfrm>
            <a:off x="5772300" y="2017700"/>
            <a:ext cx="2449501" cy="1108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sp>
        <p:nvSpPr>
          <p:cNvPr id="1306" name="Google Shape;1306;p34"/>
          <p:cNvSpPr txBox="1">
            <a:spLocks noGrp="1"/>
          </p:cNvSpPr>
          <p:nvPr>
            <p:ph type="subTitle" idx="3"/>
          </p:nvPr>
        </p:nvSpPr>
        <p:spPr>
          <a:xfrm>
            <a:off x="720000" y="1343900"/>
            <a:ext cx="6206700" cy="310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Funciona igual que la conexión MOSI, solo que del lado contrario. Aquí es Master In Slave Out porque el “Esclavo” es el que manda los datos. También cuenta con un registro de desplazamiento que manda los bits cada ciclo de reloj.</a:t>
            </a:r>
            <a:endParaRPr/>
          </a:p>
          <a:p>
            <a:pPr marL="0" lvl="0" indent="0" algn="l" rtl="0">
              <a:spcBef>
                <a:spcPts val="0"/>
              </a:spcBef>
              <a:spcAft>
                <a:spcPts val="0"/>
              </a:spcAft>
              <a:buNone/>
            </a:pPr>
            <a:endParaRPr/>
          </a:p>
          <a:p>
            <a:pPr marL="0" lvl="0" indent="0" algn="l" rtl="0">
              <a:spcBef>
                <a:spcPts val="0"/>
              </a:spcBef>
              <a:spcAft>
                <a:spcPts val="0"/>
              </a:spcAft>
              <a:buNone/>
            </a:pPr>
            <a:r>
              <a:rPr lang="en"/>
              <a:t>Una de las cosas más importantes de SPI es que tiene comunicación FULL DUPLEX, esto quiere decir que MOSI y MISO trabajan al mismo tiempo.</a:t>
            </a:r>
            <a:endParaRPr/>
          </a:p>
          <a:p>
            <a:pPr marL="0" lvl="0" indent="0" algn="l" rtl="0">
              <a:spcBef>
                <a:spcPts val="0"/>
              </a:spcBef>
              <a:spcAft>
                <a:spcPts val="0"/>
              </a:spcAft>
              <a:buNone/>
            </a:pPr>
            <a:endParaRPr/>
          </a:p>
          <a:p>
            <a:pPr marL="0" lvl="0" indent="0" algn="l" rtl="0">
              <a:spcBef>
                <a:spcPts val="0"/>
              </a:spcBef>
              <a:spcAft>
                <a:spcPts val="0"/>
              </a:spcAft>
              <a:buNone/>
            </a:pPr>
            <a:r>
              <a:rPr lang="en"/>
              <a:t>El problema es que suponiendo que hay múltiples slaves y todos están conectados al mismo MISO, y si todos envían datos a la vez habria un “choque”</a:t>
            </a:r>
            <a:endParaRPr/>
          </a:p>
        </p:txBody>
      </p:sp>
      <p:sp>
        <p:nvSpPr>
          <p:cNvPr id="1307" name="Google Shape;1307;p34"/>
          <p:cNvSpPr txBox="1">
            <a:spLocks noGrp="1"/>
          </p:cNvSpPr>
          <p:nvPr>
            <p:ph type="title"/>
          </p:nvPr>
        </p:nvSpPr>
        <p:spPr>
          <a:xfrm>
            <a:off x="655375"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Conexion MISO</a:t>
            </a:r>
            <a:endParaRPr/>
          </a:p>
        </p:txBody>
      </p:sp>
      <p:pic>
        <p:nvPicPr>
          <p:cNvPr id="1308" name="Google Shape;1308;p34"/>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309" name="Google Shape;1309;p34"/>
          <p:cNvPicPr preferRelativeResize="0"/>
          <p:nvPr/>
        </p:nvPicPr>
        <p:blipFill>
          <a:blip r:embed="rId3">
            <a:alphaModFix/>
          </a:blip>
          <a:stretch>
            <a:fillRect/>
          </a:stretch>
        </p:blipFill>
        <p:spPr>
          <a:xfrm>
            <a:off x="6165775" y="4686288"/>
            <a:ext cx="2867025"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3"/>
        <p:cNvGrpSpPr/>
        <p:nvPr/>
      </p:nvGrpSpPr>
      <p:grpSpPr>
        <a:xfrm>
          <a:off x="0" y="0"/>
          <a:ext cx="0" cy="0"/>
          <a:chOff x="0" y="0"/>
          <a:chExt cx="0" cy="0"/>
        </a:xfrm>
      </p:grpSpPr>
      <p:sp>
        <p:nvSpPr>
          <p:cNvPr id="1314" name="Google Shape;1314;p35"/>
          <p:cNvSpPr txBox="1">
            <a:spLocks noGrp="1"/>
          </p:cNvSpPr>
          <p:nvPr>
            <p:ph type="subTitle" idx="3"/>
          </p:nvPr>
        </p:nvSpPr>
        <p:spPr>
          <a:xfrm>
            <a:off x="720000" y="1343900"/>
            <a:ext cx="7704000" cy="310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Aquí es donde entra la conexión Slave Selector, esta línea le dice a cada dispositivo si debe participar en la comunicación o no.</a:t>
            </a:r>
            <a:endParaRPr/>
          </a:p>
          <a:p>
            <a:pPr marL="0" lvl="0" indent="0" algn="l" rtl="0">
              <a:spcBef>
                <a:spcPts val="0"/>
              </a:spcBef>
              <a:spcAft>
                <a:spcPts val="0"/>
              </a:spcAft>
              <a:buNone/>
            </a:pPr>
            <a:endParaRPr/>
          </a:p>
          <a:p>
            <a:pPr marL="0" lvl="0" indent="0" algn="l" rtl="0">
              <a:spcBef>
                <a:spcPts val="0"/>
              </a:spcBef>
              <a:spcAft>
                <a:spcPts val="0"/>
              </a:spcAft>
              <a:buNone/>
            </a:pPr>
            <a:r>
              <a:rPr lang="en"/>
              <a:t>Cada slave tiene su propia linea:</a:t>
            </a:r>
            <a:endParaRPr/>
          </a:p>
          <a:p>
            <a:pPr marL="0" lvl="0" indent="0" algn="l" rtl="0">
              <a:spcBef>
                <a:spcPts val="0"/>
              </a:spcBef>
              <a:spcAft>
                <a:spcPts val="0"/>
              </a:spcAft>
              <a:buNone/>
            </a:pPr>
            <a:r>
              <a:rPr lang="en"/>
              <a:t>SS1 → Slave1</a:t>
            </a:r>
            <a:endParaRPr/>
          </a:p>
          <a:p>
            <a:pPr marL="0" lvl="0" indent="0" algn="l" rtl="0">
              <a:spcBef>
                <a:spcPts val="0"/>
              </a:spcBef>
              <a:spcAft>
                <a:spcPts val="0"/>
              </a:spcAft>
              <a:buNone/>
            </a:pPr>
            <a:r>
              <a:rPr lang="en"/>
              <a:t>SS2 → Slave2</a:t>
            </a:r>
            <a:endParaRPr/>
          </a:p>
          <a:p>
            <a:pPr marL="0" lvl="0" indent="0" algn="l" rtl="0">
              <a:spcBef>
                <a:spcPts val="0"/>
              </a:spcBef>
              <a:spcAft>
                <a:spcPts val="0"/>
              </a:spcAft>
              <a:buNone/>
            </a:pPr>
            <a:r>
              <a:rPr lang="en"/>
              <a:t>SS3 → Slave3</a:t>
            </a:r>
            <a:endParaRPr/>
          </a:p>
          <a:p>
            <a:pPr marL="0" lvl="0" indent="0" algn="l" rtl="0">
              <a:spcBef>
                <a:spcPts val="0"/>
              </a:spcBef>
              <a:spcAft>
                <a:spcPts val="0"/>
              </a:spcAft>
              <a:buNone/>
            </a:pPr>
            <a:endParaRPr/>
          </a:p>
          <a:p>
            <a:pPr marL="0" lvl="0" indent="0" algn="l" rtl="0">
              <a:spcBef>
                <a:spcPts val="0"/>
              </a:spcBef>
              <a:spcAft>
                <a:spcPts val="0"/>
              </a:spcAft>
              <a:buNone/>
            </a:pPr>
            <a:r>
              <a:rPr lang="en"/>
              <a:t>Y solo uno se activa:</a:t>
            </a:r>
            <a:endParaRPr/>
          </a:p>
          <a:p>
            <a:pPr marL="0" lvl="0" indent="0" algn="l" rtl="0">
              <a:spcBef>
                <a:spcPts val="0"/>
              </a:spcBef>
              <a:spcAft>
                <a:spcPts val="0"/>
              </a:spcAft>
              <a:buNone/>
            </a:pPr>
            <a:r>
              <a:rPr lang="en"/>
              <a:t>SS1= 0 (activado)</a:t>
            </a:r>
            <a:endParaRPr/>
          </a:p>
          <a:p>
            <a:pPr marL="0" lvl="0" indent="0" algn="l" rtl="0">
              <a:spcBef>
                <a:spcPts val="0"/>
              </a:spcBef>
              <a:spcAft>
                <a:spcPts val="0"/>
              </a:spcAft>
              <a:buNone/>
            </a:pPr>
            <a:r>
              <a:rPr lang="en"/>
              <a:t>SS2= 1 (desactivado)</a:t>
            </a:r>
            <a:endParaRPr/>
          </a:p>
          <a:p>
            <a:pPr marL="0" lvl="0" indent="0" algn="l" rtl="0">
              <a:spcBef>
                <a:spcPts val="0"/>
              </a:spcBef>
              <a:spcAft>
                <a:spcPts val="0"/>
              </a:spcAft>
              <a:buNone/>
            </a:pPr>
            <a:r>
              <a:rPr lang="en"/>
              <a:t>SS3 = 1 (desactivado)</a:t>
            </a:r>
            <a:endParaRPr/>
          </a:p>
          <a:p>
            <a:pPr marL="0" lvl="0" indent="0" algn="l" rtl="0">
              <a:spcBef>
                <a:spcPts val="0"/>
              </a:spcBef>
              <a:spcAft>
                <a:spcPts val="0"/>
              </a:spcAft>
              <a:buNone/>
            </a:pPr>
            <a:r>
              <a:rPr lang="en"/>
              <a:t>Y cuando el slave esta desactivado el chip lo pone su salida MISO en estado de alta impedancia, esto es como si el pin estuviera desconectado</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315" name="Google Shape;1315;p35"/>
          <p:cNvSpPr txBox="1">
            <a:spLocks noGrp="1"/>
          </p:cNvSpPr>
          <p:nvPr>
            <p:ph type="title"/>
          </p:nvPr>
        </p:nvSpPr>
        <p:spPr>
          <a:xfrm>
            <a:off x="655375"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Conexion SS</a:t>
            </a:r>
            <a:endParaRPr/>
          </a:p>
        </p:txBody>
      </p:sp>
      <p:pic>
        <p:nvPicPr>
          <p:cNvPr id="1316" name="Google Shape;1316;p35"/>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317" name="Google Shape;1317;p35"/>
          <p:cNvPicPr preferRelativeResize="0"/>
          <p:nvPr/>
        </p:nvPicPr>
        <p:blipFill>
          <a:blip r:embed="rId3">
            <a:alphaModFix/>
          </a:blip>
          <a:stretch>
            <a:fillRect/>
          </a:stretch>
        </p:blipFill>
        <p:spPr>
          <a:xfrm>
            <a:off x="6165775" y="4686288"/>
            <a:ext cx="2867025" cy="457200"/>
          </a:xfrm>
          <a:prstGeom prst="rect">
            <a:avLst/>
          </a:prstGeom>
          <a:noFill/>
          <a:ln>
            <a:noFill/>
          </a:ln>
        </p:spPr>
      </p:pic>
      <p:pic>
        <p:nvPicPr>
          <p:cNvPr id="1318" name="Google Shape;1318;p35"/>
          <p:cNvPicPr preferRelativeResize="0"/>
          <p:nvPr/>
        </p:nvPicPr>
        <p:blipFill>
          <a:blip r:embed="rId4">
            <a:alphaModFix/>
          </a:blip>
          <a:stretch>
            <a:fillRect/>
          </a:stretch>
        </p:blipFill>
        <p:spPr>
          <a:xfrm>
            <a:off x="5051150" y="1889525"/>
            <a:ext cx="2976625" cy="2014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2"/>
        <p:cNvGrpSpPr/>
        <p:nvPr/>
      </p:nvGrpSpPr>
      <p:grpSpPr>
        <a:xfrm>
          <a:off x="0" y="0"/>
          <a:ext cx="0" cy="0"/>
          <a:chOff x="0" y="0"/>
          <a:chExt cx="0" cy="0"/>
        </a:xfrm>
      </p:grpSpPr>
      <p:sp>
        <p:nvSpPr>
          <p:cNvPr id="1323" name="Google Shape;1323;p36"/>
          <p:cNvSpPr txBox="1">
            <a:spLocks noGrp="1"/>
          </p:cNvSpPr>
          <p:nvPr>
            <p:ph type="subTitle" idx="4"/>
          </p:nvPr>
        </p:nvSpPr>
        <p:spPr>
          <a:xfrm>
            <a:off x="616225" y="1286675"/>
            <a:ext cx="4075800" cy="181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a:p>
            <a:pPr marL="0" lvl="0" indent="0" algn="ctr" rtl="0">
              <a:spcBef>
                <a:spcPts val="0"/>
              </a:spcBef>
              <a:spcAft>
                <a:spcPts val="0"/>
              </a:spcAft>
              <a:buNone/>
            </a:pPr>
            <a:r>
              <a:rPr lang="en"/>
              <a:t>En algunos diseños en la señal de reloj las señales se sincronizan de tal modo que MOSI cambie en un flanco y MISO se lea en otro.</a:t>
            </a: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r>
              <a:rPr lang="en"/>
              <a:t>Ejemplo, el Maestro cambia MOSI en el flanco de bajada y el Slave lee MOSI en el flanco de subida.</a:t>
            </a: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l" rtl="0">
              <a:spcBef>
                <a:spcPts val="0"/>
              </a:spcBef>
              <a:spcAft>
                <a:spcPts val="0"/>
              </a:spcAft>
              <a:buNone/>
            </a:pPr>
            <a:endParaRPr/>
          </a:p>
        </p:txBody>
      </p:sp>
      <p:sp>
        <p:nvSpPr>
          <p:cNvPr id="1324" name="Google Shape;1324;p36"/>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Consideraciones </a:t>
            </a:r>
            <a:endParaRPr/>
          </a:p>
        </p:txBody>
      </p:sp>
      <p:pic>
        <p:nvPicPr>
          <p:cNvPr id="1325" name="Google Shape;1325;p36"/>
          <p:cNvPicPr preferRelativeResize="0"/>
          <p:nvPr/>
        </p:nvPicPr>
        <p:blipFill>
          <a:blip r:embed="rId3">
            <a:alphaModFix/>
          </a:blip>
          <a:stretch>
            <a:fillRect/>
          </a:stretch>
        </p:blipFill>
        <p:spPr>
          <a:xfrm>
            <a:off x="4844325" y="1614650"/>
            <a:ext cx="3914775" cy="1162050"/>
          </a:xfrm>
          <a:prstGeom prst="rect">
            <a:avLst/>
          </a:prstGeom>
          <a:noFill/>
          <a:ln>
            <a:noFill/>
          </a:ln>
        </p:spPr>
      </p:pic>
      <p:sp>
        <p:nvSpPr>
          <p:cNvPr id="1326" name="Google Shape;1326;p36"/>
          <p:cNvSpPr txBox="1"/>
          <p:nvPr/>
        </p:nvSpPr>
        <p:spPr>
          <a:xfrm>
            <a:off x="720000" y="3832225"/>
            <a:ext cx="8039100" cy="400200"/>
          </a:xfrm>
          <a:prstGeom prst="rect">
            <a:avLst/>
          </a:prstGeom>
          <a:noFill/>
          <a:ln>
            <a:noFill/>
          </a:ln>
        </p:spPr>
        <p:txBody>
          <a:bodyPr spcFirstLastPara="1" wrap="square" lIns="91425" tIns="91425" rIns="91425" bIns="91425" anchor="t" anchorCtr="0">
            <a:spAutoFit/>
          </a:bodyPr>
          <a:lstStyle/>
          <a:p>
            <a:pPr marL="457200" lvl="0" indent="457200" algn="l" rtl="0">
              <a:spcBef>
                <a:spcPts val="0"/>
              </a:spcBef>
              <a:spcAft>
                <a:spcPts val="0"/>
              </a:spcAft>
              <a:buNone/>
            </a:pPr>
            <a:r>
              <a:rPr lang="en">
                <a:solidFill>
                  <a:schemeClr val="dk2"/>
                </a:solidFill>
                <a:latin typeface="Mulish Medium"/>
                <a:ea typeface="Mulish Medium"/>
                <a:cs typeface="Mulish Medium"/>
                <a:sym typeface="Mulish Medium"/>
              </a:rPr>
              <a:t>Esto evita problemas de sincronización y garantiza que el dato este estable</a:t>
            </a:r>
            <a:endParaRPr/>
          </a:p>
        </p:txBody>
      </p:sp>
      <p:pic>
        <p:nvPicPr>
          <p:cNvPr id="1327" name="Google Shape;1327;p36"/>
          <p:cNvPicPr preferRelativeResize="0"/>
          <p:nvPr/>
        </p:nvPicPr>
        <p:blipFill>
          <a:blip r:embed="rId4">
            <a:alphaModFix/>
          </a:blip>
          <a:stretch>
            <a:fillRect/>
          </a:stretch>
        </p:blipFill>
        <p:spPr>
          <a:xfrm>
            <a:off x="543750" y="4686288"/>
            <a:ext cx="2867025" cy="457200"/>
          </a:xfrm>
          <a:prstGeom prst="rect">
            <a:avLst/>
          </a:prstGeom>
          <a:noFill/>
          <a:ln>
            <a:noFill/>
          </a:ln>
        </p:spPr>
      </p:pic>
      <p:pic>
        <p:nvPicPr>
          <p:cNvPr id="1328" name="Google Shape;1328;p36"/>
          <p:cNvPicPr preferRelativeResize="0"/>
          <p:nvPr/>
        </p:nvPicPr>
        <p:blipFill>
          <a:blip r:embed="rId4">
            <a:alphaModFix/>
          </a:blip>
          <a:stretch>
            <a:fillRect/>
          </a:stretch>
        </p:blipFill>
        <p:spPr>
          <a:xfrm>
            <a:off x="6039850" y="4640113"/>
            <a:ext cx="2867025" cy="457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2"/>
        <p:cNvGrpSpPr/>
        <p:nvPr/>
      </p:nvGrpSpPr>
      <p:grpSpPr>
        <a:xfrm>
          <a:off x="0" y="0"/>
          <a:ext cx="0" cy="0"/>
          <a:chOff x="0" y="0"/>
          <a:chExt cx="0" cy="0"/>
        </a:xfrm>
      </p:grpSpPr>
      <p:sp>
        <p:nvSpPr>
          <p:cNvPr id="1333" name="Google Shape;1333;p37"/>
          <p:cNvSpPr txBox="1">
            <a:spLocks noGrp="1"/>
          </p:cNvSpPr>
          <p:nvPr>
            <p:ph type="subTitle" idx="3"/>
          </p:nvPr>
        </p:nvSpPr>
        <p:spPr>
          <a:xfrm>
            <a:off x="720000" y="1107729"/>
            <a:ext cx="7704000" cy="286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Una máquina de estados finitos (FSM, por sus siglas en inglés) es un modelo matemático y patrón de diseño utilizado para representar el comportamiento de un sistema que pasa por un número limitado (finito) de estados, cambiando de uno a otro (transición) en respuesta a eventos o condiciones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Ejemplos Comunes: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Aparatos: Semáforos (</a:t>
            </a:r>
            <a:r>
              <a:rPr lang="en" dirty="0" smtClean="0"/>
              <a:t>Rojo, Verde, </a:t>
            </a:r>
            <a:r>
              <a:rPr lang="en" dirty="0"/>
              <a:t>Amarillo), </a:t>
            </a:r>
            <a:endParaRPr dirty="0"/>
          </a:p>
          <a:p>
            <a:pPr marL="0" lvl="0" indent="0" algn="l" rtl="0">
              <a:spcBef>
                <a:spcPts val="0"/>
              </a:spcBef>
              <a:spcAft>
                <a:spcPts val="0"/>
              </a:spcAft>
              <a:buNone/>
            </a:pPr>
            <a:r>
              <a:rPr lang="en" dirty="0"/>
              <a:t>ascensores, máquinas expendedoras.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Software: El flujo de una pantalla de inicio de</a:t>
            </a:r>
            <a:endParaRPr dirty="0"/>
          </a:p>
          <a:p>
            <a:pPr marL="0" lvl="0" indent="0" algn="l" rtl="0">
              <a:spcBef>
                <a:spcPts val="0"/>
              </a:spcBef>
              <a:spcAft>
                <a:spcPts val="0"/>
              </a:spcAft>
              <a:buNone/>
            </a:pPr>
            <a:r>
              <a:rPr lang="en" dirty="0"/>
              <a:t>sesión (Login, Error, Logged In), menús de</a:t>
            </a:r>
            <a:endParaRPr dirty="0"/>
          </a:p>
          <a:p>
            <a:pPr marL="0" lvl="0" indent="0" algn="l" rtl="0">
              <a:spcBef>
                <a:spcPts val="0"/>
              </a:spcBef>
              <a:spcAft>
                <a:spcPts val="0"/>
              </a:spcAft>
              <a:buNone/>
            </a:pPr>
            <a:r>
              <a:rPr lang="en" dirty="0"/>
              <a:t>Videojuegos.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Componentes: Protocolos de comunicación y contadores secuenciales</a:t>
            </a:r>
            <a:endParaRPr dirty="0"/>
          </a:p>
        </p:txBody>
      </p:sp>
      <p:sp>
        <p:nvSpPr>
          <p:cNvPr id="1334" name="Google Shape;1334;p37"/>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Máquina </a:t>
            </a:r>
            <a:r>
              <a:rPr lang="en" dirty="0"/>
              <a:t>de Estados</a:t>
            </a:r>
            <a:endParaRPr dirty="0"/>
          </a:p>
        </p:txBody>
      </p:sp>
      <p:pic>
        <p:nvPicPr>
          <p:cNvPr id="1335" name="Google Shape;1335;p37"/>
          <p:cNvPicPr preferRelativeResize="0"/>
          <p:nvPr/>
        </p:nvPicPr>
        <p:blipFill>
          <a:blip r:embed="rId3">
            <a:alphaModFix/>
          </a:blip>
          <a:stretch>
            <a:fillRect/>
          </a:stretch>
        </p:blipFill>
        <p:spPr>
          <a:xfrm>
            <a:off x="5070200" y="2558620"/>
            <a:ext cx="3353800" cy="1467300"/>
          </a:xfrm>
          <a:prstGeom prst="rect">
            <a:avLst/>
          </a:prstGeom>
          <a:noFill/>
          <a:ln>
            <a:noFill/>
          </a:ln>
        </p:spPr>
      </p:pic>
      <p:pic>
        <p:nvPicPr>
          <p:cNvPr id="1336" name="Google Shape;1336;p37"/>
          <p:cNvPicPr preferRelativeResize="0"/>
          <p:nvPr/>
        </p:nvPicPr>
        <p:blipFill>
          <a:blip r:embed="rId4">
            <a:alphaModFix/>
          </a:blip>
          <a:stretch>
            <a:fillRect/>
          </a:stretch>
        </p:blipFill>
        <p:spPr>
          <a:xfrm>
            <a:off x="543750" y="4686288"/>
            <a:ext cx="2867025" cy="457200"/>
          </a:xfrm>
          <a:prstGeom prst="rect">
            <a:avLst/>
          </a:prstGeom>
          <a:noFill/>
          <a:ln>
            <a:noFill/>
          </a:ln>
        </p:spPr>
      </p:pic>
      <p:pic>
        <p:nvPicPr>
          <p:cNvPr id="1337" name="Google Shape;1337;p37"/>
          <p:cNvPicPr preferRelativeResize="0"/>
          <p:nvPr/>
        </p:nvPicPr>
        <p:blipFill>
          <a:blip r:embed="rId4">
            <a:alphaModFix/>
          </a:blip>
          <a:stretch>
            <a:fillRect/>
          </a:stretch>
        </p:blipFill>
        <p:spPr>
          <a:xfrm>
            <a:off x="6014175" y="4643638"/>
            <a:ext cx="2867025" cy="457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1"/>
        <p:cNvGrpSpPr/>
        <p:nvPr/>
      </p:nvGrpSpPr>
      <p:grpSpPr>
        <a:xfrm>
          <a:off x="0" y="0"/>
          <a:ext cx="0" cy="0"/>
          <a:chOff x="0" y="0"/>
          <a:chExt cx="0" cy="0"/>
        </a:xfrm>
      </p:grpSpPr>
      <p:sp>
        <p:nvSpPr>
          <p:cNvPr id="1342" name="Google Shape;1342;p38"/>
          <p:cNvSpPr txBox="1">
            <a:spLocks noGrp="1"/>
          </p:cNvSpPr>
          <p:nvPr>
            <p:ph type="subTitle" idx="3"/>
          </p:nvPr>
        </p:nvSpPr>
        <p:spPr>
          <a:xfrm>
            <a:off x="720000" y="1300025"/>
            <a:ext cx="2928456" cy="29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 resumen, una máquina de estados finitos es un circuito secuencial que:</a:t>
            </a:r>
            <a:endParaRPr dirty="0"/>
          </a:p>
          <a:p>
            <a:pPr marL="0" lvl="0" indent="0" algn="l" rtl="0">
              <a:spcBef>
                <a:spcPts val="0"/>
              </a:spcBef>
              <a:spcAft>
                <a:spcPts val="0"/>
              </a:spcAft>
              <a:buNone/>
            </a:pPr>
            <a:endParaRPr dirty="0"/>
          </a:p>
          <a:p>
            <a:pPr marL="457200" lvl="0" indent="-304800" algn="l" rtl="0">
              <a:spcBef>
                <a:spcPts val="0"/>
              </a:spcBef>
              <a:spcAft>
                <a:spcPts val="0"/>
              </a:spcAft>
              <a:buSzPts val="1200"/>
              <a:buAutoNum type="arabicPeriod"/>
            </a:pPr>
            <a:r>
              <a:rPr lang="en" dirty="0"/>
              <a:t>Está en un estado actual</a:t>
            </a:r>
            <a:endParaRPr dirty="0"/>
          </a:p>
          <a:p>
            <a:pPr marL="457200" lvl="0" indent="0" algn="l" rtl="0">
              <a:spcBef>
                <a:spcPts val="0"/>
              </a:spcBef>
              <a:spcAft>
                <a:spcPts val="0"/>
              </a:spcAft>
              <a:buNone/>
            </a:pPr>
            <a:endParaRPr dirty="0"/>
          </a:p>
          <a:p>
            <a:pPr marL="152400" lvl="0" indent="0" algn="l" rtl="0">
              <a:spcBef>
                <a:spcPts val="0"/>
              </a:spcBef>
              <a:spcAft>
                <a:spcPts val="0"/>
              </a:spcAft>
              <a:buSzPts val="1200"/>
            </a:pPr>
            <a:r>
              <a:rPr lang="en" dirty="0" smtClean="0"/>
              <a:t>2.    Recibe </a:t>
            </a:r>
            <a:r>
              <a:rPr lang="en" dirty="0"/>
              <a:t>entradas</a:t>
            </a:r>
            <a:endParaRPr dirty="0"/>
          </a:p>
          <a:p>
            <a:pPr marL="152400" lvl="0" indent="0" algn="l" rtl="0">
              <a:spcBef>
                <a:spcPts val="0"/>
              </a:spcBef>
              <a:spcAft>
                <a:spcPts val="0"/>
              </a:spcAft>
              <a:buSzPts val="1200"/>
            </a:pPr>
            <a:endParaRPr lang="en" dirty="0"/>
          </a:p>
          <a:p>
            <a:pPr marL="152400" lvl="0" indent="0" algn="l" rtl="0">
              <a:spcBef>
                <a:spcPts val="0"/>
              </a:spcBef>
              <a:spcAft>
                <a:spcPts val="0"/>
              </a:spcAft>
              <a:buSzPts val="1200"/>
            </a:pPr>
            <a:r>
              <a:rPr lang="en" dirty="0" smtClean="0"/>
              <a:t>3.    </a:t>
            </a:r>
            <a:r>
              <a:rPr lang="en" dirty="0" smtClean="0"/>
              <a:t>Decide </a:t>
            </a:r>
            <a:r>
              <a:rPr lang="en" dirty="0"/>
              <a:t>a qué estado pasar</a:t>
            </a:r>
            <a:endParaRPr dirty="0"/>
          </a:p>
          <a:p>
            <a:pPr marL="457200" lvl="0" indent="0" algn="l" rtl="0">
              <a:spcBef>
                <a:spcPts val="0"/>
              </a:spcBef>
              <a:spcAft>
                <a:spcPts val="0"/>
              </a:spcAft>
              <a:buNone/>
            </a:pPr>
            <a:endParaRPr dirty="0"/>
          </a:p>
          <a:p>
            <a:pPr marL="152400" lvl="0" indent="0" algn="l" rtl="0">
              <a:spcBef>
                <a:spcPts val="0"/>
              </a:spcBef>
              <a:spcAft>
                <a:spcPts val="0"/>
              </a:spcAft>
              <a:buSzPts val="1200"/>
            </a:pPr>
            <a:r>
              <a:rPr lang="en" dirty="0" smtClean="0"/>
              <a:t>4.    Produce </a:t>
            </a:r>
            <a:r>
              <a:rPr lang="en" dirty="0"/>
              <a:t>salidas</a:t>
            </a:r>
            <a:endParaRPr dirty="0"/>
          </a:p>
        </p:txBody>
      </p:sp>
      <p:sp>
        <p:nvSpPr>
          <p:cNvPr id="1343" name="Google Shape;1343;p38"/>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Maquina de Estados</a:t>
            </a:r>
            <a:endParaRPr/>
          </a:p>
        </p:txBody>
      </p:sp>
      <p:pic>
        <p:nvPicPr>
          <p:cNvPr id="1344" name="Google Shape;1344;p38"/>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345" name="Google Shape;1345;p38"/>
          <p:cNvPicPr preferRelativeResize="0"/>
          <p:nvPr/>
        </p:nvPicPr>
        <p:blipFill>
          <a:blip r:embed="rId3">
            <a:alphaModFix/>
          </a:blip>
          <a:stretch>
            <a:fillRect/>
          </a:stretch>
        </p:blipFill>
        <p:spPr>
          <a:xfrm>
            <a:off x="6014175" y="4643638"/>
            <a:ext cx="2867025" cy="457200"/>
          </a:xfrm>
          <a:prstGeom prst="rect">
            <a:avLst/>
          </a:prstGeom>
          <a:noFill/>
          <a:ln>
            <a:noFill/>
          </a:ln>
        </p:spPr>
      </p:pic>
      <p:sp>
        <p:nvSpPr>
          <p:cNvPr id="1346" name="Google Shape;1346;p38"/>
          <p:cNvSpPr txBox="1"/>
          <p:nvPr/>
        </p:nvSpPr>
        <p:spPr>
          <a:xfrm>
            <a:off x="4540500" y="1300025"/>
            <a:ext cx="38835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2"/>
                </a:solidFill>
                <a:latin typeface="Mulish Medium"/>
                <a:ea typeface="Mulish Medium"/>
                <a:cs typeface="Mulish Medium"/>
                <a:sym typeface="Mulish Medium"/>
              </a:rPr>
              <a:t>Para el protocolo SPI necesitamos controlar:</a:t>
            </a:r>
            <a:endParaRPr dirty="0">
              <a:solidFill>
                <a:schemeClr val="dk2"/>
              </a:solidFill>
              <a:latin typeface="Mulish Medium"/>
              <a:ea typeface="Mulish Medium"/>
              <a:cs typeface="Mulish Medium"/>
              <a:sym typeface="Mulish Medium"/>
            </a:endParaRPr>
          </a:p>
          <a:p>
            <a:pPr marL="0" lvl="0" indent="0" algn="l" rtl="0">
              <a:spcBef>
                <a:spcPts val="0"/>
              </a:spcBef>
              <a:spcAft>
                <a:spcPts val="0"/>
              </a:spcAft>
              <a:buNone/>
            </a:pPr>
            <a:endParaRPr dirty="0">
              <a:solidFill>
                <a:schemeClr val="dk2"/>
              </a:solidFill>
              <a:latin typeface="Mulish Medium"/>
              <a:ea typeface="Mulish Medium"/>
              <a:cs typeface="Mulish Medium"/>
              <a:sym typeface="Mulish Medium"/>
            </a:endParaRPr>
          </a:p>
          <a:p>
            <a:pPr marL="457200" lvl="0" indent="-304800" algn="l" rtl="0">
              <a:spcBef>
                <a:spcPts val="0"/>
              </a:spcBef>
              <a:spcAft>
                <a:spcPts val="0"/>
              </a:spcAft>
              <a:buClr>
                <a:schemeClr val="lt2"/>
              </a:buClr>
              <a:buSzPts val="1200"/>
              <a:buFont typeface="Poppins"/>
              <a:buAutoNum type="arabicPeriod"/>
            </a:pPr>
            <a:r>
              <a:rPr lang="en" dirty="0">
                <a:solidFill>
                  <a:schemeClr val="dk2"/>
                </a:solidFill>
                <a:latin typeface="Mulish Medium"/>
                <a:ea typeface="Mulish Medium"/>
                <a:cs typeface="Mulish Medium"/>
                <a:sym typeface="Mulish Medium"/>
              </a:rPr>
              <a:t>cuándo iniciar transmisión</a:t>
            </a:r>
            <a:endParaRPr dirty="0">
              <a:solidFill>
                <a:schemeClr val="dk2"/>
              </a:solidFill>
              <a:latin typeface="Mulish Medium"/>
              <a:ea typeface="Mulish Medium"/>
              <a:cs typeface="Mulish Medium"/>
              <a:sym typeface="Mulish Medium"/>
            </a:endParaRPr>
          </a:p>
          <a:p>
            <a:pPr marL="457200" lvl="0" indent="0" algn="l" rtl="0">
              <a:spcBef>
                <a:spcPts val="0"/>
              </a:spcBef>
              <a:spcAft>
                <a:spcPts val="0"/>
              </a:spcAft>
              <a:buNone/>
            </a:pPr>
            <a:endParaRPr dirty="0">
              <a:solidFill>
                <a:schemeClr val="dk2"/>
              </a:solidFill>
              <a:latin typeface="Mulish Medium"/>
              <a:ea typeface="Mulish Medium"/>
              <a:cs typeface="Mulish Medium"/>
              <a:sym typeface="Mulish Medium"/>
            </a:endParaRPr>
          </a:p>
          <a:p>
            <a:pPr marL="152400" lvl="0" algn="l" rtl="0">
              <a:spcBef>
                <a:spcPts val="0"/>
              </a:spcBef>
              <a:spcAft>
                <a:spcPts val="0"/>
              </a:spcAft>
              <a:buClr>
                <a:schemeClr val="lt2"/>
              </a:buClr>
              <a:buSzPts val="1200"/>
            </a:pPr>
            <a:r>
              <a:rPr lang="en" dirty="0" smtClean="0">
                <a:solidFill>
                  <a:schemeClr val="dk2"/>
                </a:solidFill>
                <a:latin typeface="Mulish Medium"/>
                <a:ea typeface="Mulish Medium"/>
                <a:cs typeface="Mulish Medium"/>
                <a:sym typeface="Mulish Medium"/>
              </a:rPr>
              <a:t>2.    cuándo </a:t>
            </a:r>
            <a:r>
              <a:rPr lang="en" dirty="0">
                <a:solidFill>
                  <a:schemeClr val="dk2"/>
                </a:solidFill>
                <a:latin typeface="Mulish Medium"/>
                <a:ea typeface="Mulish Medium"/>
                <a:cs typeface="Mulish Medium"/>
                <a:sym typeface="Mulish Medium"/>
              </a:rPr>
              <a:t>activar el slave</a:t>
            </a:r>
            <a:endParaRPr dirty="0">
              <a:solidFill>
                <a:schemeClr val="dk2"/>
              </a:solidFill>
              <a:latin typeface="Mulish Medium"/>
              <a:ea typeface="Mulish Medium"/>
              <a:cs typeface="Mulish Medium"/>
              <a:sym typeface="Mulish Medium"/>
            </a:endParaRPr>
          </a:p>
          <a:p>
            <a:pPr marL="457200" lvl="0" indent="0" algn="l" rtl="0">
              <a:spcBef>
                <a:spcPts val="0"/>
              </a:spcBef>
              <a:spcAft>
                <a:spcPts val="0"/>
              </a:spcAft>
              <a:buNone/>
            </a:pPr>
            <a:endParaRPr dirty="0">
              <a:solidFill>
                <a:schemeClr val="dk2"/>
              </a:solidFill>
              <a:latin typeface="Mulish Medium"/>
              <a:ea typeface="Mulish Medium"/>
              <a:cs typeface="Mulish Medium"/>
              <a:sym typeface="Mulish Medium"/>
            </a:endParaRPr>
          </a:p>
          <a:p>
            <a:pPr marL="152400" lvl="0" algn="l" rtl="0">
              <a:spcBef>
                <a:spcPts val="0"/>
              </a:spcBef>
              <a:spcAft>
                <a:spcPts val="0"/>
              </a:spcAft>
              <a:buClr>
                <a:schemeClr val="lt2"/>
              </a:buClr>
              <a:buSzPts val="1200"/>
            </a:pPr>
            <a:r>
              <a:rPr lang="en" dirty="0" smtClean="0">
                <a:solidFill>
                  <a:schemeClr val="dk2"/>
                </a:solidFill>
                <a:latin typeface="Mulish Medium"/>
                <a:ea typeface="Mulish Medium"/>
                <a:cs typeface="Mulish Medium"/>
                <a:sym typeface="Mulish Medium"/>
              </a:rPr>
              <a:t>3.    cuándo </a:t>
            </a:r>
            <a:r>
              <a:rPr lang="en" dirty="0">
                <a:solidFill>
                  <a:schemeClr val="dk2"/>
                </a:solidFill>
                <a:latin typeface="Mulish Medium"/>
                <a:ea typeface="Mulish Medium"/>
                <a:cs typeface="Mulish Medium"/>
                <a:sym typeface="Mulish Medium"/>
              </a:rPr>
              <a:t>generar el reloj</a:t>
            </a:r>
            <a:endParaRPr dirty="0">
              <a:solidFill>
                <a:schemeClr val="dk2"/>
              </a:solidFill>
              <a:latin typeface="Mulish Medium"/>
              <a:ea typeface="Mulish Medium"/>
              <a:cs typeface="Mulish Medium"/>
              <a:sym typeface="Mulish Medium"/>
            </a:endParaRPr>
          </a:p>
          <a:p>
            <a:pPr marL="457200" lvl="0" indent="0" algn="l" rtl="0">
              <a:spcBef>
                <a:spcPts val="0"/>
              </a:spcBef>
              <a:spcAft>
                <a:spcPts val="0"/>
              </a:spcAft>
              <a:buNone/>
            </a:pPr>
            <a:endParaRPr dirty="0">
              <a:solidFill>
                <a:schemeClr val="dk2"/>
              </a:solidFill>
              <a:latin typeface="Mulish Medium"/>
              <a:ea typeface="Mulish Medium"/>
              <a:cs typeface="Mulish Medium"/>
              <a:sym typeface="Mulish Medium"/>
            </a:endParaRPr>
          </a:p>
          <a:p>
            <a:pPr marL="152400" lvl="0" algn="l" rtl="0">
              <a:spcBef>
                <a:spcPts val="0"/>
              </a:spcBef>
              <a:spcAft>
                <a:spcPts val="0"/>
              </a:spcAft>
              <a:buClr>
                <a:schemeClr val="lt2"/>
              </a:buClr>
              <a:buSzPts val="1200"/>
            </a:pPr>
            <a:r>
              <a:rPr lang="en" dirty="0" smtClean="0">
                <a:solidFill>
                  <a:schemeClr val="dk2"/>
                </a:solidFill>
                <a:latin typeface="Mulish Medium"/>
                <a:ea typeface="Mulish Medium"/>
                <a:cs typeface="Mulish Medium"/>
                <a:sym typeface="Mulish Medium"/>
              </a:rPr>
              <a:t>4.    cuándo </a:t>
            </a:r>
            <a:r>
              <a:rPr lang="en" dirty="0">
                <a:solidFill>
                  <a:schemeClr val="dk2"/>
                </a:solidFill>
                <a:latin typeface="Mulish Medium"/>
                <a:ea typeface="Mulish Medium"/>
                <a:cs typeface="Mulish Medium"/>
                <a:sym typeface="Mulish Medium"/>
              </a:rPr>
              <a:t>enviar bits</a:t>
            </a:r>
            <a:endParaRPr dirty="0">
              <a:solidFill>
                <a:schemeClr val="dk2"/>
              </a:solidFill>
              <a:latin typeface="Mulish Medium"/>
              <a:ea typeface="Mulish Medium"/>
              <a:cs typeface="Mulish Medium"/>
              <a:sym typeface="Mulish Medium"/>
            </a:endParaRPr>
          </a:p>
          <a:p>
            <a:pPr marL="457200" lvl="0" indent="0" algn="l" rtl="0">
              <a:spcBef>
                <a:spcPts val="0"/>
              </a:spcBef>
              <a:spcAft>
                <a:spcPts val="0"/>
              </a:spcAft>
              <a:buNone/>
            </a:pPr>
            <a:endParaRPr dirty="0">
              <a:solidFill>
                <a:schemeClr val="dk2"/>
              </a:solidFill>
              <a:latin typeface="Mulish Medium"/>
              <a:ea typeface="Mulish Medium"/>
              <a:cs typeface="Mulish Medium"/>
              <a:sym typeface="Mulish Medium"/>
            </a:endParaRPr>
          </a:p>
          <a:p>
            <a:pPr marL="152400" lvl="0" algn="l" rtl="0">
              <a:spcBef>
                <a:spcPts val="0"/>
              </a:spcBef>
              <a:spcAft>
                <a:spcPts val="0"/>
              </a:spcAft>
              <a:buClr>
                <a:schemeClr val="lt2"/>
              </a:buClr>
              <a:buSzPts val="1200"/>
            </a:pPr>
            <a:r>
              <a:rPr lang="en" dirty="0" smtClean="0">
                <a:solidFill>
                  <a:schemeClr val="dk2"/>
                </a:solidFill>
                <a:latin typeface="Mulish Medium"/>
                <a:ea typeface="Mulish Medium"/>
                <a:cs typeface="Mulish Medium"/>
                <a:sym typeface="Mulish Medium"/>
              </a:rPr>
              <a:t>5.    cuándo </a:t>
            </a:r>
            <a:r>
              <a:rPr lang="en" dirty="0">
                <a:solidFill>
                  <a:schemeClr val="dk2"/>
                </a:solidFill>
                <a:latin typeface="Mulish Medium"/>
                <a:ea typeface="Mulish Medium"/>
                <a:cs typeface="Mulish Medium"/>
                <a:sym typeface="Mulish Medium"/>
              </a:rPr>
              <a:t>terminar</a:t>
            </a:r>
            <a:endParaRPr dirty="0">
              <a:solidFill>
                <a:schemeClr val="dk2"/>
              </a:solidFill>
              <a:latin typeface="Mulish Medium"/>
              <a:ea typeface="Mulish Medium"/>
              <a:cs typeface="Mulish Medium"/>
              <a:sym typeface="Mulish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1351" name="Google Shape;1351;p39"/>
          <p:cNvSpPr txBox="1">
            <a:spLocks noGrp="1"/>
          </p:cNvSpPr>
          <p:nvPr>
            <p:ph type="subTitle" idx="3"/>
          </p:nvPr>
        </p:nvSpPr>
        <p:spPr>
          <a:xfrm>
            <a:off x="720000" y="1300025"/>
            <a:ext cx="7586700" cy="29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Para nuestro protocolo SPI utilizamos 4 estados principales, donde más adelante profundizaremos en ello:</a:t>
            </a:r>
            <a:endParaRPr dirty="0"/>
          </a:p>
          <a:p>
            <a:pPr marL="152400" lvl="0" indent="0" algn="l" rtl="0">
              <a:spcBef>
                <a:spcPts val="0"/>
              </a:spcBef>
              <a:spcAft>
                <a:spcPts val="0"/>
              </a:spcAft>
              <a:buSzPts val="1200"/>
            </a:pPr>
            <a:endParaRPr lang="en" dirty="0"/>
          </a:p>
          <a:p>
            <a:pPr marL="152400" lvl="0" indent="0" algn="l" rtl="0">
              <a:spcBef>
                <a:spcPts val="0"/>
              </a:spcBef>
              <a:spcAft>
                <a:spcPts val="0"/>
              </a:spcAft>
              <a:buSzPts val="1200"/>
            </a:pPr>
            <a:r>
              <a:rPr lang="en" dirty="0" smtClean="0"/>
              <a:t>+    </a:t>
            </a:r>
            <a:r>
              <a:rPr lang="en" dirty="0" smtClean="0"/>
              <a:t>IDDLE</a:t>
            </a:r>
            <a:r>
              <a:rPr lang="en" dirty="0"/>
              <a:t>: es cuando el sistema está en reposo esperando una transmisión, aquí no </a:t>
            </a:r>
            <a:r>
              <a:rPr lang="en" dirty="0" smtClean="0"/>
              <a:t>     </a:t>
            </a:r>
          </a:p>
          <a:p>
            <a:pPr marL="152400" lvl="0" indent="0" algn="l" rtl="0">
              <a:spcBef>
                <a:spcPts val="0"/>
              </a:spcBef>
              <a:spcAft>
                <a:spcPts val="0"/>
              </a:spcAft>
              <a:buSzPts val="1200"/>
            </a:pPr>
            <a:r>
              <a:rPr lang="en" dirty="0"/>
              <a:t> </a:t>
            </a:r>
            <a:r>
              <a:rPr lang="en" dirty="0" smtClean="0"/>
              <a:t>     </a:t>
            </a:r>
            <a:r>
              <a:rPr lang="en" dirty="0" smtClean="0"/>
              <a:t>hay </a:t>
            </a:r>
            <a:r>
              <a:rPr lang="en" dirty="0"/>
              <a:t>comunicación SPI todavía</a:t>
            </a:r>
            <a:endParaRPr dirty="0"/>
          </a:p>
          <a:p>
            <a:pPr marL="457200" lvl="0" indent="0" algn="l" rtl="0">
              <a:spcBef>
                <a:spcPts val="0"/>
              </a:spcBef>
              <a:spcAft>
                <a:spcPts val="0"/>
              </a:spcAft>
              <a:buNone/>
            </a:pPr>
            <a:endParaRPr dirty="0"/>
          </a:p>
          <a:p>
            <a:pPr marL="152400" lvl="0" indent="0" algn="l" rtl="0">
              <a:spcBef>
                <a:spcPts val="0"/>
              </a:spcBef>
              <a:spcAft>
                <a:spcPts val="0"/>
              </a:spcAft>
              <a:buSzPts val="1200"/>
            </a:pPr>
            <a:r>
              <a:rPr lang="en" dirty="0" smtClean="0"/>
              <a:t>+    LOAD</a:t>
            </a:r>
            <a:r>
              <a:rPr lang="en" dirty="0"/>
              <a:t>: es el segundo estado, aquí se prepara la transmisión de datos. </a:t>
            </a:r>
            <a:endParaRPr lang="en" dirty="0" smtClean="0"/>
          </a:p>
          <a:p>
            <a:pPr marL="152400" lvl="0" indent="0" algn="l" rtl="0">
              <a:spcBef>
                <a:spcPts val="0"/>
              </a:spcBef>
              <a:spcAft>
                <a:spcPts val="0"/>
              </a:spcAft>
              <a:buSzPts val="1200"/>
            </a:pPr>
            <a:r>
              <a:rPr lang="en" dirty="0"/>
              <a:t> </a:t>
            </a:r>
            <a:r>
              <a:rPr lang="en" dirty="0" smtClean="0"/>
              <a:t>     </a:t>
            </a:r>
            <a:r>
              <a:rPr lang="en" dirty="0" smtClean="0"/>
              <a:t>Generalmente </a:t>
            </a:r>
            <a:r>
              <a:rPr lang="en" dirty="0"/>
              <a:t>dura un ciclo de reloj interno.</a:t>
            </a:r>
            <a:endParaRPr dirty="0"/>
          </a:p>
          <a:p>
            <a:pPr marL="457200" lvl="0" indent="0" algn="l" rtl="0">
              <a:spcBef>
                <a:spcPts val="0"/>
              </a:spcBef>
              <a:spcAft>
                <a:spcPts val="0"/>
              </a:spcAft>
              <a:buNone/>
            </a:pPr>
            <a:endParaRPr dirty="0"/>
          </a:p>
          <a:p>
            <a:pPr marL="152400" lvl="0" indent="0" algn="l" rtl="0">
              <a:spcBef>
                <a:spcPts val="0"/>
              </a:spcBef>
              <a:spcAft>
                <a:spcPts val="0"/>
              </a:spcAft>
              <a:buSzPts val="1200"/>
            </a:pPr>
            <a:r>
              <a:rPr lang="en" dirty="0" smtClean="0"/>
              <a:t>+    TRANSFER</a:t>
            </a:r>
            <a:r>
              <a:rPr lang="en" dirty="0"/>
              <a:t>: es el estado más importante, aquí ocurre realmente la comunicación. </a:t>
            </a:r>
            <a:endParaRPr dirty="0"/>
          </a:p>
          <a:p>
            <a:pPr marL="457200" lvl="0" indent="0" algn="l" rtl="0">
              <a:spcBef>
                <a:spcPts val="0"/>
              </a:spcBef>
              <a:spcAft>
                <a:spcPts val="0"/>
              </a:spcAft>
              <a:buNone/>
            </a:pPr>
            <a:endParaRPr dirty="0"/>
          </a:p>
          <a:p>
            <a:pPr marL="152400" lvl="0" indent="0" algn="l" rtl="0">
              <a:spcBef>
                <a:spcPts val="0"/>
              </a:spcBef>
              <a:spcAft>
                <a:spcPts val="0"/>
              </a:spcAft>
              <a:buSzPts val="1200"/>
            </a:pPr>
            <a:r>
              <a:rPr lang="en" dirty="0" smtClean="0"/>
              <a:t>+    DONE</a:t>
            </a:r>
            <a:r>
              <a:rPr lang="en" dirty="0"/>
              <a:t>: es el último estado, aquí finaliza la comunicación SPI.</a:t>
            </a:r>
            <a:endParaRPr dirty="0"/>
          </a:p>
        </p:txBody>
      </p:sp>
      <p:sp>
        <p:nvSpPr>
          <p:cNvPr id="1352" name="Google Shape;1352;p39"/>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Los 4 estados para SPI</a:t>
            </a:r>
            <a:endParaRPr/>
          </a:p>
        </p:txBody>
      </p:sp>
      <p:pic>
        <p:nvPicPr>
          <p:cNvPr id="1353" name="Google Shape;1353;p39"/>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354" name="Google Shape;1354;p39"/>
          <p:cNvPicPr preferRelativeResize="0"/>
          <p:nvPr/>
        </p:nvPicPr>
        <p:blipFill>
          <a:blip r:embed="rId3">
            <a:alphaModFix/>
          </a:blip>
          <a:stretch>
            <a:fillRect/>
          </a:stretch>
        </p:blipFill>
        <p:spPr>
          <a:xfrm>
            <a:off x="6014175" y="4643638"/>
            <a:ext cx="2867025" cy="457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40"/>
          <p:cNvSpPr txBox="1">
            <a:spLocks noGrp="1"/>
          </p:cNvSpPr>
          <p:nvPr>
            <p:ph type="subTitle" idx="3"/>
          </p:nvPr>
        </p:nvSpPr>
        <p:spPr>
          <a:xfrm>
            <a:off x="720000" y="1300025"/>
            <a:ext cx="3510900" cy="29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Mulish"/>
                <a:ea typeface="Mulish"/>
                <a:cs typeface="Mulish"/>
                <a:sym typeface="Mulish"/>
              </a:rPr>
              <a:t>Las señales en este estado son:</a:t>
            </a:r>
            <a:endParaRPr b="1">
              <a:latin typeface="Mulish"/>
              <a:ea typeface="Mulish"/>
              <a:cs typeface="Mulish"/>
              <a:sym typeface="Mulish"/>
            </a:endParaRPr>
          </a:p>
          <a:p>
            <a:pPr marL="0" lvl="0" indent="0" algn="l" rtl="0">
              <a:spcBef>
                <a:spcPts val="0"/>
              </a:spcBef>
              <a:spcAft>
                <a:spcPts val="0"/>
              </a:spcAft>
              <a:buNone/>
            </a:pPr>
            <a:endParaRPr/>
          </a:p>
          <a:p>
            <a:pPr marL="0" lvl="0" indent="0" algn="l" rtl="0">
              <a:spcBef>
                <a:spcPts val="0"/>
              </a:spcBef>
              <a:spcAft>
                <a:spcPts val="0"/>
              </a:spcAft>
              <a:buNone/>
            </a:pPr>
            <a:r>
              <a:rPr lang="en"/>
              <a:t>SS   = 1</a:t>
            </a:r>
            <a:endParaRPr/>
          </a:p>
          <a:p>
            <a:pPr marL="0" lvl="0" indent="0" algn="l" rtl="0">
              <a:spcBef>
                <a:spcPts val="0"/>
              </a:spcBef>
              <a:spcAft>
                <a:spcPts val="0"/>
              </a:spcAft>
              <a:buNone/>
            </a:pPr>
            <a:r>
              <a:rPr lang="en"/>
              <a:t>SCLK = idle</a:t>
            </a:r>
            <a:endParaRPr/>
          </a:p>
          <a:p>
            <a:pPr marL="0" lvl="0" indent="0" algn="l" rtl="0">
              <a:spcBef>
                <a:spcPts val="0"/>
              </a:spcBef>
              <a:spcAft>
                <a:spcPts val="0"/>
              </a:spcAft>
              <a:buNone/>
            </a:pPr>
            <a:r>
              <a:rPr lang="en"/>
              <a:t>done = 0</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b="1">
                <a:latin typeface="Mulish"/>
                <a:ea typeface="Mulish"/>
                <a:cs typeface="Mulish"/>
                <a:sym typeface="Mulish"/>
              </a:rPr>
              <a:t>Recordemos:</a:t>
            </a:r>
            <a:endParaRPr b="1">
              <a:latin typeface="Mulish"/>
              <a:ea typeface="Mulish"/>
              <a:cs typeface="Mulish"/>
              <a:sym typeface="Mulish"/>
            </a:endParaRPr>
          </a:p>
          <a:p>
            <a:pPr marL="0" lvl="0" indent="0" algn="l" rtl="0">
              <a:spcBef>
                <a:spcPts val="0"/>
              </a:spcBef>
              <a:spcAft>
                <a:spcPts val="0"/>
              </a:spcAft>
              <a:buNone/>
            </a:pPr>
            <a:endParaRPr b="1">
              <a:latin typeface="Mulish"/>
              <a:ea typeface="Mulish"/>
              <a:cs typeface="Mulish"/>
              <a:sym typeface="Mulish"/>
            </a:endParaRPr>
          </a:p>
          <a:p>
            <a:pPr marL="0" lvl="0" indent="0" algn="l" rtl="0">
              <a:spcBef>
                <a:spcPts val="0"/>
              </a:spcBef>
              <a:spcAft>
                <a:spcPts val="0"/>
              </a:spcAft>
              <a:buNone/>
            </a:pPr>
            <a:r>
              <a:rPr lang="en"/>
              <a:t>SS = 1 → slave desactivado </a:t>
            </a:r>
            <a:endParaRPr/>
          </a:p>
          <a:p>
            <a:pPr marL="0" lvl="0" indent="0" algn="l" rtl="0">
              <a:spcBef>
                <a:spcPts val="0"/>
              </a:spcBef>
              <a:spcAft>
                <a:spcPts val="0"/>
              </a:spcAft>
              <a:buNone/>
            </a:pPr>
            <a:r>
              <a:rPr lang="en"/>
              <a:t>Entonces ningún dispositivo responde.</a:t>
            </a:r>
            <a:endParaRPr/>
          </a:p>
        </p:txBody>
      </p:sp>
      <p:sp>
        <p:nvSpPr>
          <p:cNvPr id="1360" name="Google Shape;1360;p40"/>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IDDLE</a:t>
            </a:r>
            <a:endParaRPr/>
          </a:p>
        </p:txBody>
      </p:sp>
      <p:pic>
        <p:nvPicPr>
          <p:cNvPr id="1361" name="Google Shape;1361;p40"/>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362" name="Google Shape;1362;p40"/>
          <p:cNvPicPr preferRelativeResize="0"/>
          <p:nvPr/>
        </p:nvPicPr>
        <p:blipFill>
          <a:blip r:embed="rId3">
            <a:alphaModFix/>
          </a:blip>
          <a:stretch>
            <a:fillRect/>
          </a:stretch>
        </p:blipFill>
        <p:spPr>
          <a:xfrm>
            <a:off x="6014175" y="4643638"/>
            <a:ext cx="2867025" cy="457200"/>
          </a:xfrm>
          <a:prstGeom prst="rect">
            <a:avLst/>
          </a:prstGeom>
          <a:noFill/>
          <a:ln>
            <a:noFill/>
          </a:ln>
        </p:spPr>
      </p:pic>
      <p:sp>
        <p:nvSpPr>
          <p:cNvPr id="1363" name="Google Shape;1363;p40"/>
          <p:cNvSpPr txBox="1"/>
          <p:nvPr/>
        </p:nvSpPr>
        <p:spPr>
          <a:xfrm>
            <a:off x="5083500" y="1230525"/>
            <a:ext cx="33405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latin typeface="Mulish"/>
                <a:ea typeface="Mulish"/>
                <a:cs typeface="Mulish"/>
                <a:sym typeface="Mulish"/>
              </a:rPr>
              <a:t>Qué está esperando?</a:t>
            </a:r>
            <a:endParaRPr b="1">
              <a:solidFill>
                <a:schemeClr val="dk2"/>
              </a:solidFill>
              <a:latin typeface="Mulish"/>
              <a:ea typeface="Mulish"/>
              <a:cs typeface="Mulish"/>
              <a:sym typeface="Mulish"/>
            </a:endParaRPr>
          </a:p>
          <a:p>
            <a:pPr marL="0" lvl="0" indent="0" algn="l" rtl="0">
              <a:spcBef>
                <a:spcPts val="0"/>
              </a:spcBef>
              <a:spcAft>
                <a:spcPts val="0"/>
              </a:spcAft>
              <a:buNone/>
            </a:pP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Una señal externa:</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start = 1</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Esta señal normalmente viene de:</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CPU</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microcontrolador</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lógica de control</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b="1">
                <a:solidFill>
                  <a:schemeClr val="dk2"/>
                </a:solidFill>
                <a:latin typeface="Mulish"/>
                <a:ea typeface="Mulish"/>
                <a:cs typeface="Mulish"/>
                <a:sym typeface="Mulish"/>
              </a:rPr>
              <a:t>Transición de estado</a:t>
            </a:r>
            <a:endParaRPr b="1">
              <a:solidFill>
                <a:schemeClr val="dk2"/>
              </a:solidFill>
              <a:latin typeface="Mulish"/>
              <a:ea typeface="Mulish"/>
              <a:cs typeface="Mulish"/>
              <a:sym typeface="Mulish"/>
            </a:endParaRPr>
          </a:p>
          <a:p>
            <a:pPr marL="0" lvl="0" indent="0" algn="l" rtl="0">
              <a:spcBef>
                <a:spcPts val="0"/>
              </a:spcBef>
              <a:spcAft>
                <a:spcPts val="0"/>
              </a:spcAft>
              <a:buNone/>
            </a:pPr>
            <a:endParaRPr b="1">
              <a:solidFill>
                <a:schemeClr val="dk2"/>
              </a:solidFill>
              <a:latin typeface="Mulish"/>
              <a:ea typeface="Mulish"/>
              <a:cs typeface="Mulish"/>
              <a:sym typeface="Mulish"/>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if(start == 1)</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   next_state = LOAD</a:t>
            </a:r>
            <a:endParaRPr>
              <a:solidFill>
                <a:schemeClr val="dk2"/>
              </a:solidFill>
              <a:latin typeface="Mulish Medium"/>
              <a:ea typeface="Mulish Medium"/>
              <a:cs typeface="Mulish Medium"/>
              <a:sym typeface="Mulish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7"/>
        <p:cNvGrpSpPr/>
        <p:nvPr/>
      </p:nvGrpSpPr>
      <p:grpSpPr>
        <a:xfrm>
          <a:off x="0" y="0"/>
          <a:ext cx="0" cy="0"/>
          <a:chOff x="0" y="0"/>
          <a:chExt cx="0" cy="0"/>
        </a:xfrm>
      </p:grpSpPr>
      <p:sp>
        <p:nvSpPr>
          <p:cNvPr id="1368" name="Google Shape;1368;p41"/>
          <p:cNvSpPr txBox="1">
            <a:spLocks noGrp="1"/>
          </p:cNvSpPr>
          <p:nvPr>
            <p:ph type="subTitle" idx="3"/>
          </p:nvPr>
        </p:nvSpPr>
        <p:spPr>
          <a:xfrm>
            <a:off x="720000" y="1300025"/>
            <a:ext cx="7586700" cy="29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Acciones que ocurren:</a:t>
            </a:r>
            <a:endParaRPr dirty="0"/>
          </a:p>
          <a:p>
            <a:pPr marL="0" lvl="0" indent="0" algn="l" rtl="0">
              <a:spcBef>
                <a:spcPts val="0"/>
              </a:spcBef>
              <a:spcAft>
                <a:spcPts val="0"/>
              </a:spcAft>
              <a:buNone/>
            </a:pPr>
            <a:endParaRPr dirty="0"/>
          </a:p>
          <a:p>
            <a:pPr marL="457200" lvl="0" indent="-304800" algn="l" rtl="0">
              <a:spcBef>
                <a:spcPts val="0"/>
              </a:spcBef>
              <a:spcAft>
                <a:spcPts val="0"/>
              </a:spcAft>
              <a:buSzPts val="1200"/>
              <a:buAutoNum type="arabicPeriod"/>
            </a:pPr>
            <a:r>
              <a:rPr lang="en" dirty="0"/>
              <a:t>Se selecciona el slave (ss= 0) esto indica que se van a recibir datos</a:t>
            </a:r>
            <a:endParaRPr dirty="0"/>
          </a:p>
          <a:p>
            <a:pPr marL="457200" lvl="0" indent="0" algn="l" rtl="0">
              <a:spcBef>
                <a:spcPts val="0"/>
              </a:spcBef>
              <a:spcAft>
                <a:spcPts val="0"/>
              </a:spcAft>
              <a:buNone/>
            </a:pPr>
            <a:endParaRPr dirty="0"/>
          </a:p>
          <a:p>
            <a:pPr marL="152400" lvl="0" indent="0" algn="l" rtl="0">
              <a:spcBef>
                <a:spcPts val="0"/>
              </a:spcBef>
              <a:spcAft>
                <a:spcPts val="0"/>
              </a:spcAft>
              <a:buSzPts val="1200"/>
            </a:pPr>
            <a:r>
              <a:rPr lang="en" dirty="0" smtClean="0"/>
              <a:t>2.   Se </a:t>
            </a:r>
            <a:r>
              <a:rPr lang="en" dirty="0"/>
              <a:t>carga el registro al desplazamiento. (al igual que lo vimos en la conexion MOSI)</a:t>
            </a:r>
            <a:endParaRPr dirty="0"/>
          </a:p>
          <a:p>
            <a:pPr marL="457200" lvl="0" indent="0" algn="l" rtl="0">
              <a:spcBef>
                <a:spcPts val="0"/>
              </a:spcBef>
              <a:spcAft>
                <a:spcPts val="0"/>
              </a:spcAft>
              <a:buNone/>
            </a:pPr>
            <a:endParaRPr dirty="0"/>
          </a:p>
          <a:p>
            <a:pPr marL="152400" lvl="0" indent="0" algn="l" rtl="0">
              <a:spcBef>
                <a:spcPts val="0"/>
              </a:spcBef>
              <a:spcAft>
                <a:spcPts val="0"/>
              </a:spcAft>
              <a:buSzPts val="1200"/>
            </a:pPr>
            <a:r>
              <a:rPr lang="en" dirty="0" smtClean="0"/>
              <a:t>3.   Se </a:t>
            </a:r>
            <a:r>
              <a:rPr lang="en" dirty="0"/>
              <a:t>inicializa un contador de bits. (bit_cont = 7)  faltan 8 bits por transmitir</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 b="1" dirty="0">
                <a:latin typeface="Mulish"/>
                <a:ea typeface="Mulish"/>
                <a:cs typeface="Mulish"/>
                <a:sym typeface="Mulish"/>
              </a:rPr>
              <a:t>Transición</a:t>
            </a:r>
            <a:endParaRPr b="1" dirty="0">
              <a:latin typeface="Mulish"/>
              <a:ea typeface="Mulish"/>
              <a:cs typeface="Mulish"/>
              <a:sym typeface="Mulish"/>
            </a:endParaRPr>
          </a:p>
          <a:p>
            <a:pPr marL="0" lvl="0" indent="0" algn="l" rtl="0">
              <a:spcBef>
                <a:spcPts val="0"/>
              </a:spcBef>
              <a:spcAft>
                <a:spcPts val="0"/>
              </a:spcAft>
              <a:buNone/>
            </a:pPr>
            <a:endParaRPr dirty="0"/>
          </a:p>
          <a:p>
            <a:pPr marL="0" lvl="0" indent="0" algn="l" rtl="0">
              <a:spcBef>
                <a:spcPts val="0"/>
              </a:spcBef>
              <a:spcAft>
                <a:spcPts val="0"/>
              </a:spcAft>
              <a:buNone/>
            </a:pPr>
            <a:r>
              <a:rPr lang="en" dirty="0"/>
              <a:t>next_state = TRANSFER</a:t>
            </a:r>
            <a:endParaRPr dirty="0"/>
          </a:p>
        </p:txBody>
      </p:sp>
      <p:sp>
        <p:nvSpPr>
          <p:cNvPr id="1369" name="Google Shape;1369;p41"/>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LOAD</a:t>
            </a:r>
            <a:endParaRPr/>
          </a:p>
        </p:txBody>
      </p:sp>
      <p:pic>
        <p:nvPicPr>
          <p:cNvPr id="1370" name="Google Shape;1370;p41"/>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371" name="Google Shape;1371;p41"/>
          <p:cNvPicPr preferRelativeResize="0"/>
          <p:nvPr/>
        </p:nvPicPr>
        <p:blipFill>
          <a:blip r:embed="rId3">
            <a:alphaModFix/>
          </a:blip>
          <a:stretch>
            <a:fillRect/>
          </a:stretch>
        </p:blipFill>
        <p:spPr>
          <a:xfrm>
            <a:off x="6014175" y="4643638"/>
            <a:ext cx="2867025" cy="45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75"/>
        <p:cNvGrpSpPr/>
        <p:nvPr/>
      </p:nvGrpSpPr>
      <p:grpSpPr>
        <a:xfrm>
          <a:off x="0" y="0"/>
          <a:ext cx="0" cy="0"/>
          <a:chOff x="0" y="0"/>
          <a:chExt cx="0" cy="0"/>
        </a:xfrm>
      </p:grpSpPr>
      <p:sp>
        <p:nvSpPr>
          <p:cNvPr id="1376" name="Google Shape;1376;p42"/>
          <p:cNvSpPr txBox="1">
            <a:spLocks noGrp="1"/>
          </p:cNvSpPr>
          <p:nvPr>
            <p:ph type="subTitle" idx="3"/>
          </p:nvPr>
        </p:nvSpPr>
        <p:spPr>
          <a:xfrm>
            <a:off x="720000" y="1300025"/>
            <a:ext cx="4258500" cy="29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Durante esta fase cada ciclo de SCLK se hace:</a:t>
            </a:r>
            <a:endParaRPr/>
          </a:p>
          <a:p>
            <a:pPr marL="0" lvl="0" indent="0" algn="l" rtl="0">
              <a:spcBef>
                <a:spcPts val="0"/>
              </a:spcBef>
              <a:spcAft>
                <a:spcPts val="0"/>
              </a:spcAft>
              <a:buNone/>
            </a:pPr>
            <a:endParaRPr/>
          </a:p>
          <a:p>
            <a:pPr marL="457200" lvl="0" indent="-304800" algn="l" rtl="0">
              <a:spcBef>
                <a:spcPts val="0"/>
              </a:spcBef>
              <a:spcAft>
                <a:spcPts val="0"/>
              </a:spcAft>
              <a:buSzPts val="1200"/>
              <a:buAutoNum type="arabicPeriod"/>
            </a:pPr>
            <a:r>
              <a:rPr lang="en"/>
              <a:t>Enviar un bit por MOSI</a:t>
            </a:r>
            <a:endParaRPr/>
          </a:p>
          <a:p>
            <a:pPr marL="457200" lvl="0" indent="-304800" algn="l" rtl="0">
              <a:spcBef>
                <a:spcPts val="0"/>
              </a:spcBef>
              <a:spcAft>
                <a:spcPts val="0"/>
              </a:spcAft>
              <a:buSzPts val="1200"/>
              <a:buAutoNum type="arabicPeriod"/>
            </a:pPr>
            <a:r>
              <a:rPr lang="en"/>
              <a:t>Recibir un bit por MISO</a:t>
            </a:r>
            <a:endParaRPr/>
          </a:p>
          <a:p>
            <a:pPr marL="457200" lvl="0" indent="-304800" algn="l" rtl="0">
              <a:spcBef>
                <a:spcPts val="0"/>
              </a:spcBef>
              <a:spcAft>
                <a:spcPts val="0"/>
              </a:spcAft>
              <a:buSzPts val="1200"/>
              <a:buAutoNum type="arabicPeriod"/>
            </a:pPr>
            <a:r>
              <a:rPr lang="en"/>
              <a:t>Desplazar registros</a:t>
            </a:r>
            <a:endParaRPr/>
          </a:p>
          <a:p>
            <a:pPr marL="457200" lvl="0" indent="-304800" algn="l" rtl="0">
              <a:spcBef>
                <a:spcPts val="0"/>
              </a:spcBef>
              <a:spcAft>
                <a:spcPts val="0"/>
              </a:spcAft>
              <a:buSzPts val="1200"/>
              <a:buAutoNum type="arabicPeriod"/>
            </a:pPr>
            <a:r>
              <a:rPr lang="en"/>
              <a:t>Contar bits</a:t>
            </a:r>
            <a:endParaRPr/>
          </a:p>
          <a:p>
            <a:pPr marL="0" lvl="0" indent="0" algn="l" rtl="0">
              <a:spcBef>
                <a:spcPts val="0"/>
              </a:spcBef>
              <a:spcAft>
                <a:spcPts val="0"/>
              </a:spcAft>
              <a:buNone/>
            </a:pPr>
            <a:endParaRPr/>
          </a:p>
          <a:p>
            <a:pPr marL="0" lvl="0" indent="0" algn="l" rtl="0">
              <a:spcBef>
                <a:spcPts val="0"/>
              </a:spcBef>
              <a:spcAft>
                <a:spcPts val="0"/>
              </a:spcAft>
              <a:buNone/>
            </a:pPr>
            <a:r>
              <a:rPr lang="en"/>
              <a:t>Ejemplo: registro_inicial = 1 0 1 1 0 0 1 0</a:t>
            </a:r>
            <a:endParaRPr/>
          </a:p>
          <a:p>
            <a:pPr marL="0" lvl="0" indent="0" algn="l" rtl="0">
              <a:spcBef>
                <a:spcPts val="0"/>
              </a:spcBef>
              <a:spcAft>
                <a:spcPts val="0"/>
              </a:spcAft>
              <a:buNone/>
            </a:pPr>
            <a:endParaRPr/>
          </a:p>
          <a:p>
            <a:pPr marL="0" lvl="0" indent="0" algn="l" rtl="0">
              <a:spcBef>
                <a:spcPts val="0"/>
              </a:spcBef>
              <a:spcAft>
                <a:spcPts val="0"/>
              </a:spcAft>
              <a:buNone/>
            </a:pPr>
            <a:r>
              <a:rPr lang="en"/>
              <a:t>Ciclo 1: MOSI = registro_inicial [ 7 ]      		</a:t>
            </a:r>
            <a:endParaRPr/>
          </a:p>
          <a:p>
            <a:pPr marL="0" lvl="0" indent="0" algn="l" rtl="0">
              <a:spcBef>
                <a:spcPts val="0"/>
              </a:spcBef>
              <a:spcAft>
                <a:spcPts val="0"/>
              </a:spcAft>
              <a:buNone/>
            </a:pPr>
            <a:r>
              <a:rPr lang="en"/>
              <a:t>MOSI = 1</a:t>
            </a:r>
            <a:endParaRPr/>
          </a:p>
          <a:p>
            <a:pPr marL="0" lvl="0" indent="0" algn="l" rtl="0">
              <a:spcBef>
                <a:spcPts val="0"/>
              </a:spcBef>
              <a:spcAft>
                <a:spcPts val="0"/>
              </a:spcAft>
              <a:buNone/>
            </a:pPr>
            <a:r>
              <a:rPr lang="en"/>
              <a:t>Y luego el registro se desplaza</a:t>
            </a:r>
            <a:endParaRPr/>
          </a:p>
        </p:txBody>
      </p:sp>
      <p:sp>
        <p:nvSpPr>
          <p:cNvPr id="1377" name="Google Shape;1377;p42"/>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TRANSFER</a:t>
            </a:r>
            <a:endParaRPr/>
          </a:p>
        </p:txBody>
      </p:sp>
      <p:pic>
        <p:nvPicPr>
          <p:cNvPr id="1378" name="Google Shape;1378;p42"/>
          <p:cNvPicPr preferRelativeResize="0"/>
          <p:nvPr/>
        </p:nvPicPr>
        <p:blipFill>
          <a:blip r:embed="rId3">
            <a:alphaModFix/>
          </a:blip>
          <a:stretch>
            <a:fillRect/>
          </a:stretch>
        </p:blipFill>
        <p:spPr>
          <a:xfrm>
            <a:off x="543750" y="4686288"/>
            <a:ext cx="2867025" cy="457200"/>
          </a:xfrm>
          <a:prstGeom prst="rect">
            <a:avLst/>
          </a:prstGeom>
          <a:noFill/>
          <a:ln>
            <a:noFill/>
          </a:ln>
        </p:spPr>
      </p:pic>
      <p:pic>
        <p:nvPicPr>
          <p:cNvPr id="1379" name="Google Shape;1379;p42"/>
          <p:cNvPicPr preferRelativeResize="0"/>
          <p:nvPr/>
        </p:nvPicPr>
        <p:blipFill>
          <a:blip r:embed="rId3">
            <a:alphaModFix/>
          </a:blip>
          <a:stretch>
            <a:fillRect/>
          </a:stretch>
        </p:blipFill>
        <p:spPr>
          <a:xfrm>
            <a:off x="6014175" y="4643638"/>
            <a:ext cx="2867025" cy="457200"/>
          </a:xfrm>
          <a:prstGeom prst="rect">
            <a:avLst/>
          </a:prstGeom>
          <a:noFill/>
          <a:ln>
            <a:noFill/>
          </a:ln>
        </p:spPr>
      </p:pic>
      <p:sp>
        <p:nvSpPr>
          <p:cNvPr id="1380" name="Google Shape;1380;p42"/>
          <p:cNvSpPr txBox="1"/>
          <p:nvPr/>
        </p:nvSpPr>
        <p:spPr>
          <a:xfrm>
            <a:off x="5174700" y="1300025"/>
            <a:ext cx="37065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Ciclo 2: </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MOSI = 0</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Y esto se repite</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Durante cada ciclo el contador disminuye en 1</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Y cuando bit_cont == 0 significa que el último bit ha sido transferido</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b="1">
                <a:solidFill>
                  <a:schemeClr val="dk2"/>
                </a:solidFill>
                <a:latin typeface="Mulish"/>
                <a:ea typeface="Mulish"/>
                <a:cs typeface="Mulish"/>
                <a:sym typeface="Mulish"/>
              </a:rPr>
              <a:t>Transicion</a:t>
            </a:r>
            <a:endParaRPr b="1">
              <a:solidFill>
                <a:schemeClr val="dk2"/>
              </a:solidFill>
              <a:latin typeface="Mulish"/>
              <a:ea typeface="Mulish"/>
              <a:cs typeface="Mulish"/>
              <a:sym typeface="Mulish"/>
            </a:endParaRPr>
          </a:p>
          <a:p>
            <a:pPr marL="0" lvl="0" indent="0" algn="l" rtl="0">
              <a:spcBef>
                <a:spcPts val="0"/>
              </a:spcBef>
              <a:spcAft>
                <a:spcPts val="0"/>
              </a:spcAft>
              <a:buNone/>
            </a:pP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if(bit_counter == 0)</a:t>
            </a:r>
            <a:endParaRPr>
              <a:solidFill>
                <a:schemeClr val="dk2"/>
              </a:solidFill>
              <a:latin typeface="Mulish Medium"/>
              <a:ea typeface="Mulish Medium"/>
              <a:cs typeface="Mulish Medium"/>
              <a:sym typeface="Mulish Medium"/>
            </a:endParaRPr>
          </a:p>
          <a:p>
            <a:pPr marL="0" lvl="0" indent="0" algn="l" rtl="0">
              <a:spcBef>
                <a:spcPts val="0"/>
              </a:spcBef>
              <a:spcAft>
                <a:spcPts val="0"/>
              </a:spcAft>
              <a:buNone/>
            </a:pPr>
            <a:r>
              <a:rPr lang="en">
                <a:solidFill>
                  <a:schemeClr val="dk2"/>
                </a:solidFill>
                <a:latin typeface="Mulish Medium"/>
                <a:ea typeface="Mulish Medium"/>
                <a:cs typeface="Mulish Medium"/>
                <a:sym typeface="Mulish Medium"/>
              </a:rPr>
              <a:t>    next_state = DONE</a:t>
            </a:r>
            <a:endParaRPr>
              <a:solidFill>
                <a:schemeClr val="dk2"/>
              </a:solidFill>
              <a:latin typeface="Mulish Medium"/>
              <a:ea typeface="Mulish Medium"/>
              <a:cs typeface="Mulish Medium"/>
              <a:sym typeface="Mulish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5" name="Google Shape;1385;p43"/>
          <p:cNvSpPr txBox="1">
            <a:spLocks noGrp="1"/>
          </p:cNvSpPr>
          <p:nvPr>
            <p:ph type="subTitle" idx="3"/>
          </p:nvPr>
        </p:nvSpPr>
        <p:spPr>
          <a:xfrm>
            <a:off x="720000" y="1300025"/>
            <a:ext cx="7586700" cy="293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Aquí ocurre lo siguiente:</a:t>
            </a:r>
            <a:endParaRPr/>
          </a:p>
          <a:p>
            <a:pPr marL="0" lvl="0" indent="0" algn="l" rtl="0">
              <a:spcBef>
                <a:spcPts val="0"/>
              </a:spcBef>
              <a:spcAft>
                <a:spcPts val="0"/>
              </a:spcAft>
              <a:buNone/>
            </a:pPr>
            <a:endParaRPr/>
          </a:p>
          <a:p>
            <a:pPr marL="457200" lvl="0" indent="-304800" algn="l" rtl="0">
              <a:spcBef>
                <a:spcPts val="0"/>
              </a:spcBef>
              <a:spcAft>
                <a:spcPts val="0"/>
              </a:spcAft>
              <a:buSzPts val="1200"/>
              <a:buAutoNum type="arabicPeriod"/>
            </a:pPr>
            <a:r>
              <a:rPr lang="en"/>
              <a:t>Se desactiva el slave (ss=1)</a:t>
            </a:r>
            <a:endParaRPr/>
          </a:p>
          <a:p>
            <a:pPr marL="457200" lvl="0" indent="-304800" algn="l" rtl="0">
              <a:spcBef>
                <a:spcPts val="0"/>
              </a:spcBef>
              <a:spcAft>
                <a:spcPts val="0"/>
              </a:spcAft>
              <a:buSzPts val="1200"/>
              <a:buAutoNum type="arabicPeriod"/>
            </a:pPr>
            <a:r>
              <a:rPr lang="en"/>
              <a:t>Guarda el dato recibido: durante los desplazamientos el registro fue recibiendo bits por MISO.</a:t>
            </a:r>
            <a:endParaRPr/>
          </a:p>
          <a:p>
            <a:pPr marL="457200" lvl="0" indent="-304800" algn="l" rtl="0">
              <a:spcBef>
                <a:spcPts val="0"/>
              </a:spcBef>
              <a:spcAft>
                <a:spcPts val="0"/>
              </a:spcAft>
              <a:buSzPts val="1200"/>
              <a:buAutoNum type="arabicPeriod"/>
            </a:pPr>
            <a:r>
              <a:rPr lang="en"/>
              <a:t>Señalizar que terminó (DONE =1) esto indica que se terminó la transmisión de datos</a:t>
            </a:r>
            <a:endParaRPr/>
          </a:p>
          <a:p>
            <a:pPr marL="457200" lvl="0" indent="0" algn="l" rtl="0">
              <a:spcBef>
                <a:spcPts val="0"/>
              </a:spcBef>
              <a:spcAft>
                <a:spcPts val="0"/>
              </a:spcAft>
              <a:buNone/>
            </a:pPr>
            <a:endParaRPr/>
          </a:p>
          <a:p>
            <a:pPr marL="0" lvl="0" indent="0" algn="l" rtl="0">
              <a:spcBef>
                <a:spcPts val="0"/>
              </a:spcBef>
              <a:spcAft>
                <a:spcPts val="0"/>
              </a:spcAft>
              <a:buNone/>
            </a:pPr>
            <a:r>
              <a:rPr lang="en" b="1">
                <a:latin typeface="Mulish"/>
                <a:ea typeface="Mulish"/>
                <a:cs typeface="Mulish"/>
                <a:sym typeface="Mulish"/>
              </a:rPr>
              <a:t>Transicion </a:t>
            </a:r>
            <a:endParaRPr b="1">
              <a:latin typeface="Mulish"/>
              <a:ea typeface="Mulish"/>
              <a:cs typeface="Mulish"/>
              <a:sym typeface="Mulish"/>
            </a:endParaRPr>
          </a:p>
          <a:p>
            <a:pPr marL="0" lvl="0" indent="0" algn="l" rtl="0">
              <a:spcBef>
                <a:spcPts val="0"/>
              </a:spcBef>
              <a:spcAft>
                <a:spcPts val="0"/>
              </a:spcAft>
              <a:buNone/>
            </a:pPr>
            <a:endParaRPr b="1">
              <a:latin typeface="Mulish"/>
              <a:ea typeface="Mulish"/>
              <a:cs typeface="Mulish"/>
              <a:sym typeface="Mulish"/>
            </a:endParaRPr>
          </a:p>
          <a:p>
            <a:pPr marL="0" lvl="0" indent="0" algn="l" rtl="0">
              <a:spcBef>
                <a:spcPts val="0"/>
              </a:spcBef>
              <a:spcAft>
                <a:spcPts val="0"/>
              </a:spcAft>
              <a:buNone/>
            </a:pPr>
            <a:r>
              <a:rPr lang="en"/>
              <a:t>next_state = IDLE</a:t>
            </a:r>
            <a:endParaRPr/>
          </a:p>
          <a:p>
            <a:pPr marL="0" lvl="0" indent="0" algn="l" rtl="0">
              <a:spcBef>
                <a:spcPts val="0"/>
              </a:spcBef>
              <a:spcAft>
                <a:spcPts val="0"/>
              </a:spcAft>
              <a:buNone/>
            </a:pPr>
            <a:endParaRPr/>
          </a:p>
          <a:p>
            <a:pPr marL="0" lvl="0" indent="0" algn="l" rtl="0">
              <a:spcBef>
                <a:spcPts val="0"/>
              </a:spcBef>
              <a:spcAft>
                <a:spcPts val="0"/>
              </a:spcAft>
              <a:buNone/>
            </a:pPr>
            <a:r>
              <a:rPr lang="en"/>
              <a:t>Y vuelve a la Fase 1.</a:t>
            </a:r>
            <a:endParaRPr/>
          </a:p>
        </p:txBody>
      </p:sp>
      <p:sp>
        <p:nvSpPr>
          <p:cNvPr id="1386" name="Google Shape;1386;p43"/>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DONE</a:t>
            </a:r>
            <a:endParaRPr/>
          </a:p>
        </p:txBody>
      </p:sp>
      <p:pic>
        <p:nvPicPr>
          <p:cNvPr id="1387" name="Google Shape;1387;p43"/>
          <p:cNvPicPr preferRelativeResize="0"/>
          <p:nvPr/>
        </p:nvPicPr>
        <p:blipFill>
          <a:blip r:embed="rId3">
            <a:alphaModFix/>
          </a:blip>
          <a:stretch>
            <a:fillRect/>
          </a:stretch>
        </p:blipFill>
        <p:spPr>
          <a:xfrm>
            <a:off x="477225" y="4643638"/>
            <a:ext cx="2867025" cy="457200"/>
          </a:xfrm>
          <a:prstGeom prst="rect">
            <a:avLst/>
          </a:prstGeom>
          <a:noFill/>
          <a:ln>
            <a:noFill/>
          </a:ln>
        </p:spPr>
      </p:pic>
      <p:pic>
        <p:nvPicPr>
          <p:cNvPr id="1388" name="Google Shape;1388;p43"/>
          <p:cNvPicPr preferRelativeResize="0"/>
          <p:nvPr/>
        </p:nvPicPr>
        <p:blipFill>
          <a:blip r:embed="rId3">
            <a:alphaModFix/>
          </a:blip>
          <a:stretch>
            <a:fillRect/>
          </a:stretch>
        </p:blipFill>
        <p:spPr>
          <a:xfrm>
            <a:off x="6014175" y="4643638"/>
            <a:ext cx="2867025" cy="457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2"/>
        <p:cNvGrpSpPr/>
        <p:nvPr/>
      </p:nvGrpSpPr>
      <p:grpSpPr>
        <a:xfrm>
          <a:off x="0" y="0"/>
          <a:ext cx="0" cy="0"/>
          <a:chOff x="0" y="0"/>
          <a:chExt cx="0" cy="0"/>
        </a:xfrm>
      </p:grpSpPr>
      <p:sp>
        <p:nvSpPr>
          <p:cNvPr id="1393" name="Google Shape;1393;p44"/>
          <p:cNvSpPr txBox="1">
            <a:spLocks noGrp="1"/>
          </p:cNvSpPr>
          <p:nvPr>
            <p:ph type="subTitle" idx="1"/>
          </p:nvPr>
        </p:nvSpPr>
        <p:spPr>
          <a:xfrm>
            <a:off x="720000" y="1555700"/>
            <a:ext cx="4229700" cy="17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latin typeface="Mulish SemiBold"/>
                <a:ea typeface="Mulish SemiBold"/>
                <a:cs typeface="Mulish SemiBold"/>
                <a:sym typeface="Mulish SemiBold"/>
              </a:rPr>
              <a:t>SPI tiene 4 modos definidos por dos parámetros.</a:t>
            </a:r>
            <a:endParaRPr sz="1400">
              <a:latin typeface="Mulish SemiBold"/>
              <a:ea typeface="Mulish SemiBold"/>
              <a:cs typeface="Mulish SemiBold"/>
              <a:sym typeface="Mulish SemiBold"/>
            </a:endParaRPr>
          </a:p>
          <a:p>
            <a:pPr marL="0" lvl="0" indent="0" algn="ctr" rtl="0">
              <a:spcBef>
                <a:spcPts val="0"/>
              </a:spcBef>
              <a:spcAft>
                <a:spcPts val="0"/>
              </a:spcAft>
              <a:buNone/>
            </a:pP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CPOL (Clock Polarity): Define el estado idle del reloj.</a:t>
            </a:r>
            <a:endParaRPr sz="1400">
              <a:latin typeface="Mulish SemiBold"/>
              <a:ea typeface="Mulish SemiBold"/>
              <a:cs typeface="Mulish SemiBold"/>
              <a:sym typeface="Mulish SemiBold"/>
            </a:endParaRPr>
          </a:p>
          <a:p>
            <a:pPr marL="0" lvl="0" indent="0" algn="l" rtl="0">
              <a:spcBef>
                <a:spcPts val="0"/>
              </a:spcBef>
              <a:spcAft>
                <a:spcPts val="0"/>
              </a:spcAft>
              <a:buNone/>
            </a:pP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CPHA (Clock Phase): Define en qué flanco se captura el dato</a:t>
            </a:r>
            <a:endParaRPr sz="1400">
              <a:latin typeface="Mulish SemiBold"/>
              <a:ea typeface="Mulish SemiBold"/>
              <a:cs typeface="Mulish SemiBold"/>
              <a:sym typeface="Mulish SemiBold"/>
            </a:endParaRPr>
          </a:p>
        </p:txBody>
      </p:sp>
      <p:sp>
        <p:nvSpPr>
          <p:cNvPr id="1394" name="Google Shape;1394;p44"/>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Modos SPI</a:t>
            </a:r>
            <a:endParaRPr/>
          </a:p>
        </p:txBody>
      </p:sp>
      <p:pic>
        <p:nvPicPr>
          <p:cNvPr id="1395" name="Google Shape;1395;p44"/>
          <p:cNvPicPr preferRelativeResize="0"/>
          <p:nvPr/>
        </p:nvPicPr>
        <p:blipFill>
          <a:blip r:embed="rId3">
            <a:alphaModFix/>
          </a:blip>
          <a:stretch>
            <a:fillRect/>
          </a:stretch>
        </p:blipFill>
        <p:spPr>
          <a:xfrm>
            <a:off x="5997100" y="1716100"/>
            <a:ext cx="2426891" cy="1561300"/>
          </a:xfrm>
          <a:prstGeom prst="rect">
            <a:avLst/>
          </a:prstGeom>
          <a:noFill/>
          <a:ln>
            <a:noFill/>
          </a:ln>
        </p:spPr>
      </p:pic>
      <p:pic>
        <p:nvPicPr>
          <p:cNvPr id="1396" name="Google Shape;1396;p44"/>
          <p:cNvPicPr preferRelativeResize="0"/>
          <p:nvPr/>
        </p:nvPicPr>
        <p:blipFill>
          <a:blip r:embed="rId4">
            <a:alphaModFix/>
          </a:blip>
          <a:stretch>
            <a:fillRect/>
          </a:stretch>
        </p:blipFill>
        <p:spPr>
          <a:xfrm>
            <a:off x="477225" y="4643638"/>
            <a:ext cx="2867025" cy="457200"/>
          </a:xfrm>
          <a:prstGeom prst="rect">
            <a:avLst/>
          </a:prstGeom>
          <a:noFill/>
          <a:ln>
            <a:noFill/>
          </a:ln>
        </p:spPr>
      </p:pic>
      <p:pic>
        <p:nvPicPr>
          <p:cNvPr id="1397" name="Google Shape;1397;p44"/>
          <p:cNvPicPr preferRelativeResize="0"/>
          <p:nvPr/>
        </p:nvPicPr>
        <p:blipFill>
          <a:blip r:embed="rId4">
            <a:alphaModFix/>
          </a:blip>
          <a:stretch>
            <a:fillRect/>
          </a:stretch>
        </p:blipFill>
        <p:spPr>
          <a:xfrm>
            <a:off x="5777038" y="4643638"/>
            <a:ext cx="2867025" cy="457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01"/>
        <p:cNvGrpSpPr/>
        <p:nvPr/>
      </p:nvGrpSpPr>
      <p:grpSpPr>
        <a:xfrm>
          <a:off x="0" y="0"/>
          <a:ext cx="0" cy="0"/>
          <a:chOff x="0" y="0"/>
          <a:chExt cx="0" cy="0"/>
        </a:xfrm>
      </p:grpSpPr>
      <p:sp>
        <p:nvSpPr>
          <p:cNvPr id="1402" name="Google Shape;1402;p45"/>
          <p:cNvSpPr txBox="1">
            <a:spLocks noGrp="1"/>
          </p:cNvSpPr>
          <p:nvPr>
            <p:ph type="subTitle" idx="1"/>
          </p:nvPr>
        </p:nvSpPr>
        <p:spPr>
          <a:xfrm>
            <a:off x="720000" y="1555700"/>
            <a:ext cx="6564300" cy="172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latin typeface="Mulish SemiBold"/>
                <a:ea typeface="Mulish SemiBold"/>
                <a:cs typeface="Mulish SemiBold"/>
                <a:sym typeface="Mulish SemiBold"/>
              </a:rPr>
              <a:t>Caso 1:</a:t>
            </a: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CPOL = 0 : Define el valor del reloj en reposo, cuando empieza la transmisión el primer flanco es “rising edge” </a:t>
            </a:r>
            <a:endParaRPr sz="1400">
              <a:latin typeface="Mulish SemiBold"/>
              <a:ea typeface="Mulish SemiBold"/>
              <a:cs typeface="Mulish SemiBold"/>
              <a:sym typeface="Mulish SemiBold"/>
            </a:endParaRPr>
          </a:p>
          <a:p>
            <a:pPr marL="0" lvl="0" indent="0" algn="l" rtl="0">
              <a:spcBef>
                <a:spcPts val="0"/>
              </a:spcBef>
              <a:spcAft>
                <a:spcPts val="0"/>
              </a:spcAft>
              <a:buNone/>
            </a:pP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Caso 2: </a:t>
            </a: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CPOL = 1: el reloj en estado IDDLE es 1, y cuando empieza la transmisión el primer flanco es “falling edge”</a:t>
            </a:r>
            <a:endParaRPr sz="1400">
              <a:latin typeface="Mulish SemiBold"/>
              <a:ea typeface="Mulish SemiBold"/>
              <a:cs typeface="Mulish SemiBold"/>
              <a:sym typeface="Mulish SemiBold"/>
            </a:endParaRPr>
          </a:p>
        </p:txBody>
      </p:sp>
      <p:sp>
        <p:nvSpPr>
          <p:cNvPr id="1403" name="Google Shape;1403;p45"/>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Clock Polarity (CPOL)</a:t>
            </a:r>
            <a:endParaRPr/>
          </a:p>
        </p:txBody>
      </p:sp>
      <p:pic>
        <p:nvPicPr>
          <p:cNvPr id="1404" name="Google Shape;1404;p45"/>
          <p:cNvPicPr preferRelativeResize="0"/>
          <p:nvPr/>
        </p:nvPicPr>
        <p:blipFill>
          <a:blip r:embed="rId3">
            <a:alphaModFix/>
          </a:blip>
          <a:stretch>
            <a:fillRect/>
          </a:stretch>
        </p:blipFill>
        <p:spPr>
          <a:xfrm>
            <a:off x="477225" y="4643638"/>
            <a:ext cx="2867025" cy="457200"/>
          </a:xfrm>
          <a:prstGeom prst="rect">
            <a:avLst/>
          </a:prstGeom>
          <a:noFill/>
          <a:ln>
            <a:noFill/>
          </a:ln>
        </p:spPr>
      </p:pic>
      <p:pic>
        <p:nvPicPr>
          <p:cNvPr id="1405" name="Google Shape;1405;p45"/>
          <p:cNvPicPr preferRelativeResize="0"/>
          <p:nvPr/>
        </p:nvPicPr>
        <p:blipFill>
          <a:blip r:embed="rId3">
            <a:alphaModFix/>
          </a:blip>
          <a:stretch>
            <a:fillRect/>
          </a:stretch>
        </p:blipFill>
        <p:spPr>
          <a:xfrm>
            <a:off x="5777038" y="4643638"/>
            <a:ext cx="2867025" cy="457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p46"/>
          <p:cNvSpPr txBox="1">
            <a:spLocks noGrp="1"/>
          </p:cNvSpPr>
          <p:nvPr>
            <p:ph type="subTitle" idx="1"/>
          </p:nvPr>
        </p:nvSpPr>
        <p:spPr>
          <a:xfrm>
            <a:off x="720000" y="1331725"/>
            <a:ext cx="6564300" cy="3087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dirty="0">
                <a:latin typeface="Mulish SemiBold"/>
                <a:ea typeface="Mulish SemiBold"/>
                <a:cs typeface="Mulish SemiBold"/>
                <a:sym typeface="Mulish SemiBold"/>
              </a:rPr>
              <a:t>CPHA define cuándo se leen los datos respecto al reloj.</a:t>
            </a:r>
            <a:endParaRPr sz="1400" dirty="0">
              <a:latin typeface="Mulish SemiBold"/>
              <a:ea typeface="Mulish SemiBold"/>
              <a:cs typeface="Mulish SemiBold"/>
              <a:sym typeface="Mulish SemiBold"/>
            </a:endParaRPr>
          </a:p>
          <a:p>
            <a:pPr marL="0" lvl="0" indent="0" algn="l" rtl="0">
              <a:spcBef>
                <a:spcPts val="0"/>
              </a:spcBef>
              <a:spcAft>
                <a:spcPts val="0"/>
              </a:spcAft>
              <a:buNone/>
            </a:pPr>
            <a:endParaRPr sz="1400" dirty="0">
              <a:latin typeface="Mulish SemiBold"/>
              <a:ea typeface="Mulish SemiBold"/>
              <a:cs typeface="Mulish SemiBold"/>
              <a:sym typeface="Mulish SemiBold"/>
            </a:endParaRPr>
          </a:p>
          <a:p>
            <a:pPr marL="0" lvl="0" indent="0" algn="l" rtl="0">
              <a:spcBef>
                <a:spcPts val="0"/>
              </a:spcBef>
              <a:spcAft>
                <a:spcPts val="0"/>
              </a:spcAft>
              <a:buNone/>
            </a:pPr>
            <a:r>
              <a:rPr lang="en" sz="1400" dirty="0">
                <a:latin typeface="Mulish SemiBold"/>
                <a:ea typeface="Mulish SemiBold"/>
                <a:cs typeface="Mulish SemiBold"/>
                <a:sym typeface="Mulish SemiBold"/>
              </a:rPr>
              <a:t>En cada ciclo de reloj hay dos momentos importantes: primer flanco y segundo flanco</a:t>
            </a:r>
            <a:endParaRPr sz="1400" dirty="0">
              <a:latin typeface="Mulish SemiBold"/>
              <a:ea typeface="Mulish SemiBold"/>
              <a:cs typeface="Mulish SemiBold"/>
              <a:sym typeface="Mulish SemiBold"/>
            </a:endParaRPr>
          </a:p>
          <a:p>
            <a:pPr marL="0" lvl="0" indent="0" algn="l" rtl="0">
              <a:spcBef>
                <a:spcPts val="0"/>
              </a:spcBef>
              <a:spcAft>
                <a:spcPts val="0"/>
              </a:spcAft>
              <a:buNone/>
            </a:pPr>
            <a:endParaRPr sz="1400" dirty="0">
              <a:latin typeface="Mulish SemiBold"/>
              <a:ea typeface="Mulish SemiBold"/>
              <a:cs typeface="Mulish SemiBold"/>
              <a:sym typeface="Mulish SemiBold"/>
            </a:endParaRPr>
          </a:p>
          <a:p>
            <a:pPr marL="0" lvl="0" indent="0" algn="l" rtl="0">
              <a:spcBef>
                <a:spcPts val="0"/>
              </a:spcBef>
              <a:spcAft>
                <a:spcPts val="0"/>
              </a:spcAft>
              <a:buNone/>
            </a:pPr>
            <a:r>
              <a:rPr lang="en" sz="1400" dirty="0">
                <a:latin typeface="Mulish SemiBold"/>
                <a:ea typeface="Mulish SemiBold"/>
                <a:cs typeface="Mulish SemiBold"/>
                <a:sym typeface="Mulish SemiBold"/>
              </a:rPr>
              <a:t>CPHA decide en cuál se capturan los datos.</a:t>
            </a:r>
            <a:endParaRPr sz="1400" dirty="0">
              <a:latin typeface="Mulish SemiBold"/>
              <a:ea typeface="Mulish SemiBold"/>
              <a:cs typeface="Mulish SemiBold"/>
              <a:sym typeface="Mulish SemiBold"/>
            </a:endParaRPr>
          </a:p>
          <a:p>
            <a:pPr marL="0" lvl="0" indent="0" algn="l" rtl="0">
              <a:spcBef>
                <a:spcPts val="0"/>
              </a:spcBef>
              <a:spcAft>
                <a:spcPts val="0"/>
              </a:spcAft>
              <a:buNone/>
            </a:pPr>
            <a:endParaRPr sz="1400" dirty="0">
              <a:latin typeface="Mulish SemiBold"/>
              <a:ea typeface="Mulish SemiBold"/>
              <a:cs typeface="Mulish SemiBold"/>
              <a:sym typeface="Mulish SemiBold"/>
            </a:endParaRPr>
          </a:p>
          <a:p>
            <a:pPr marL="0" lvl="0" indent="0" algn="l" rtl="0">
              <a:spcBef>
                <a:spcPts val="0"/>
              </a:spcBef>
              <a:spcAft>
                <a:spcPts val="0"/>
              </a:spcAft>
              <a:buNone/>
            </a:pPr>
            <a:endParaRPr sz="1400" dirty="0">
              <a:latin typeface="Mulish SemiBold"/>
              <a:ea typeface="Mulish SemiBold"/>
              <a:cs typeface="Mulish SemiBold"/>
              <a:sym typeface="Mulish SemiBold"/>
            </a:endParaRPr>
          </a:p>
          <a:p>
            <a:pPr marL="0" lvl="0" indent="0" algn="l" rtl="0">
              <a:spcBef>
                <a:spcPts val="0"/>
              </a:spcBef>
              <a:spcAft>
                <a:spcPts val="0"/>
              </a:spcAft>
              <a:buNone/>
            </a:pPr>
            <a:r>
              <a:rPr lang="en" sz="1400" dirty="0">
                <a:latin typeface="Mulish SemiBold"/>
                <a:ea typeface="Mulish SemiBold"/>
                <a:cs typeface="Mulish SemiBold"/>
                <a:sym typeface="Mulish SemiBold"/>
              </a:rPr>
              <a:t>Caso </a:t>
            </a:r>
            <a:r>
              <a:rPr lang="en" sz="1400" dirty="0" smtClean="0">
                <a:latin typeface="Mulish SemiBold"/>
                <a:ea typeface="Mulish SemiBold"/>
                <a:cs typeface="Mulish SemiBold"/>
                <a:sym typeface="Mulish SemiBold"/>
              </a:rPr>
              <a:t>1:CPHA </a:t>
            </a:r>
            <a:r>
              <a:rPr lang="en" sz="1400" dirty="0">
                <a:latin typeface="Mulish SemiBold"/>
                <a:ea typeface="Mulish SemiBold"/>
                <a:cs typeface="Mulish SemiBold"/>
                <a:sym typeface="Mulish SemiBold"/>
              </a:rPr>
              <a:t>= 0</a:t>
            </a:r>
            <a:endParaRPr sz="1400" dirty="0">
              <a:latin typeface="Mulish SemiBold"/>
              <a:ea typeface="Mulish SemiBold"/>
              <a:cs typeface="Mulish SemiBold"/>
              <a:sym typeface="Mulish SemiBold"/>
            </a:endParaRPr>
          </a:p>
          <a:p>
            <a:pPr marL="0" lvl="0" indent="0" algn="l" rtl="0">
              <a:spcBef>
                <a:spcPts val="0"/>
              </a:spcBef>
              <a:spcAft>
                <a:spcPts val="0"/>
              </a:spcAft>
              <a:buNone/>
            </a:pPr>
            <a:r>
              <a:rPr lang="en" sz="1400" dirty="0" smtClean="0">
                <a:latin typeface="Mulish SemiBold"/>
                <a:ea typeface="Mulish SemiBold"/>
                <a:cs typeface="Mulish SemiBold"/>
                <a:sym typeface="Mulish SemiBold"/>
              </a:rPr>
              <a:t>    El </a:t>
            </a:r>
            <a:r>
              <a:rPr lang="en" sz="1400" dirty="0">
                <a:latin typeface="Mulish SemiBold"/>
                <a:ea typeface="Mulish SemiBold"/>
                <a:cs typeface="Mulish SemiBold"/>
                <a:sym typeface="Mulish SemiBold"/>
              </a:rPr>
              <a:t>dato se captura en el primer flanco del reloj </a:t>
            </a:r>
            <a:endParaRPr sz="1400" dirty="0">
              <a:latin typeface="Mulish SemiBold"/>
              <a:ea typeface="Mulish SemiBold"/>
              <a:cs typeface="Mulish SemiBold"/>
              <a:sym typeface="Mulish SemiBold"/>
            </a:endParaRPr>
          </a:p>
          <a:p>
            <a:pPr marL="0" lvl="0" indent="0" algn="l" rtl="0">
              <a:spcBef>
                <a:spcPts val="0"/>
              </a:spcBef>
              <a:spcAft>
                <a:spcPts val="0"/>
              </a:spcAft>
              <a:buNone/>
            </a:pPr>
            <a:endParaRPr sz="1400" dirty="0">
              <a:latin typeface="Mulish SemiBold"/>
              <a:ea typeface="Mulish SemiBold"/>
              <a:cs typeface="Mulish SemiBold"/>
              <a:sym typeface="Mulish SemiBold"/>
            </a:endParaRPr>
          </a:p>
          <a:p>
            <a:pPr marL="0" lvl="0" indent="0" algn="l" rtl="0">
              <a:spcBef>
                <a:spcPts val="0"/>
              </a:spcBef>
              <a:spcAft>
                <a:spcPts val="0"/>
              </a:spcAft>
              <a:buNone/>
            </a:pPr>
            <a:r>
              <a:rPr lang="en" sz="1400" dirty="0">
                <a:latin typeface="Mulish SemiBold"/>
                <a:ea typeface="Mulish SemiBold"/>
                <a:cs typeface="Mulish SemiBold"/>
                <a:sym typeface="Mulish SemiBold"/>
              </a:rPr>
              <a:t>CPHA = 1</a:t>
            </a:r>
            <a:endParaRPr sz="1400" dirty="0">
              <a:latin typeface="Mulish SemiBold"/>
              <a:ea typeface="Mulish SemiBold"/>
              <a:cs typeface="Mulish SemiBold"/>
              <a:sym typeface="Mulish SemiBold"/>
            </a:endParaRPr>
          </a:p>
          <a:p>
            <a:pPr marL="0" lvl="0" indent="0" algn="l" rtl="0">
              <a:spcBef>
                <a:spcPts val="0"/>
              </a:spcBef>
              <a:spcAft>
                <a:spcPts val="0"/>
              </a:spcAft>
              <a:buNone/>
            </a:pPr>
            <a:r>
              <a:rPr lang="en" sz="1400" dirty="0" smtClean="0">
                <a:latin typeface="Mulish SemiBold"/>
                <a:ea typeface="Mulish SemiBold"/>
                <a:cs typeface="Mulish SemiBold"/>
                <a:sym typeface="Mulish SemiBold"/>
              </a:rPr>
              <a:t>    El </a:t>
            </a:r>
            <a:r>
              <a:rPr lang="en" sz="1400" dirty="0">
                <a:latin typeface="Mulish SemiBold"/>
                <a:ea typeface="Mulish SemiBold"/>
                <a:cs typeface="Mulish SemiBold"/>
                <a:sym typeface="Mulish SemiBold"/>
              </a:rPr>
              <a:t>dato se captura en el segundo flanco.</a:t>
            </a:r>
            <a:endParaRPr sz="1400" dirty="0">
              <a:latin typeface="Mulish SemiBold"/>
              <a:ea typeface="Mulish SemiBold"/>
              <a:cs typeface="Mulish SemiBold"/>
              <a:sym typeface="Mulish SemiBold"/>
            </a:endParaRPr>
          </a:p>
          <a:p>
            <a:pPr marL="0" lvl="0" indent="0" algn="l" rtl="0">
              <a:spcBef>
                <a:spcPts val="0"/>
              </a:spcBef>
              <a:spcAft>
                <a:spcPts val="0"/>
              </a:spcAft>
              <a:buNone/>
            </a:pPr>
            <a:endParaRPr sz="1400" dirty="0">
              <a:latin typeface="Mulish SemiBold"/>
              <a:ea typeface="Mulish SemiBold"/>
              <a:cs typeface="Mulish SemiBold"/>
              <a:sym typeface="Mulish SemiBold"/>
            </a:endParaRPr>
          </a:p>
        </p:txBody>
      </p:sp>
      <p:sp>
        <p:nvSpPr>
          <p:cNvPr id="1411" name="Google Shape;1411;p46"/>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Clock Phase (CPHA)</a:t>
            </a:r>
            <a:endParaRPr/>
          </a:p>
        </p:txBody>
      </p:sp>
      <p:pic>
        <p:nvPicPr>
          <p:cNvPr id="1412" name="Google Shape;1412;p46"/>
          <p:cNvPicPr preferRelativeResize="0"/>
          <p:nvPr/>
        </p:nvPicPr>
        <p:blipFill>
          <a:blip r:embed="rId3">
            <a:alphaModFix/>
          </a:blip>
          <a:stretch>
            <a:fillRect/>
          </a:stretch>
        </p:blipFill>
        <p:spPr>
          <a:xfrm>
            <a:off x="477225" y="4643638"/>
            <a:ext cx="2867025" cy="457200"/>
          </a:xfrm>
          <a:prstGeom prst="rect">
            <a:avLst/>
          </a:prstGeom>
          <a:noFill/>
          <a:ln>
            <a:noFill/>
          </a:ln>
        </p:spPr>
      </p:pic>
      <p:pic>
        <p:nvPicPr>
          <p:cNvPr id="1413" name="Google Shape;1413;p46"/>
          <p:cNvPicPr preferRelativeResize="0"/>
          <p:nvPr/>
        </p:nvPicPr>
        <p:blipFill>
          <a:blip r:embed="rId3">
            <a:alphaModFix/>
          </a:blip>
          <a:stretch>
            <a:fillRect/>
          </a:stretch>
        </p:blipFill>
        <p:spPr>
          <a:xfrm>
            <a:off x="5777038" y="4643638"/>
            <a:ext cx="2867025" cy="457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17"/>
        <p:cNvGrpSpPr/>
        <p:nvPr/>
      </p:nvGrpSpPr>
      <p:grpSpPr>
        <a:xfrm>
          <a:off x="0" y="0"/>
          <a:ext cx="0" cy="0"/>
          <a:chOff x="0" y="0"/>
          <a:chExt cx="0" cy="0"/>
        </a:xfrm>
      </p:grpSpPr>
      <p:sp>
        <p:nvSpPr>
          <p:cNvPr id="1418" name="Google Shape;1418;p47"/>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Modos </a:t>
            </a:r>
            <a:endParaRPr/>
          </a:p>
        </p:txBody>
      </p:sp>
      <p:pic>
        <p:nvPicPr>
          <p:cNvPr id="1419" name="Google Shape;1419;p47"/>
          <p:cNvPicPr preferRelativeResize="0"/>
          <p:nvPr/>
        </p:nvPicPr>
        <p:blipFill>
          <a:blip r:embed="rId3">
            <a:alphaModFix/>
          </a:blip>
          <a:stretch>
            <a:fillRect/>
          </a:stretch>
        </p:blipFill>
        <p:spPr>
          <a:xfrm>
            <a:off x="757612" y="1382550"/>
            <a:ext cx="7628775" cy="2378403"/>
          </a:xfrm>
          <a:prstGeom prst="rect">
            <a:avLst/>
          </a:prstGeom>
          <a:noFill/>
          <a:ln>
            <a:noFill/>
          </a:ln>
        </p:spPr>
      </p:pic>
      <p:pic>
        <p:nvPicPr>
          <p:cNvPr id="1420" name="Google Shape;1420;p47"/>
          <p:cNvPicPr preferRelativeResize="0"/>
          <p:nvPr/>
        </p:nvPicPr>
        <p:blipFill>
          <a:blip r:embed="rId4">
            <a:alphaModFix/>
          </a:blip>
          <a:stretch>
            <a:fillRect/>
          </a:stretch>
        </p:blipFill>
        <p:spPr>
          <a:xfrm>
            <a:off x="477225" y="4643638"/>
            <a:ext cx="2867025" cy="457200"/>
          </a:xfrm>
          <a:prstGeom prst="rect">
            <a:avLst/>
          </a:prstGeom>
          <a:noFill/>
          <a:ln>
            <a:noFill/>
          </a:ln>
        </p:spPr>
      </p:pic>
      <p:pic>
        <p:nvPicPr>
          <p:cNvPr id="1421" name="Google Shape;1421;p47"/>
          <p:cNvPicPr preferRelativeResize="0"/>
          <p:nvPr/>
        </p:nvPicPr>
        <p:blipFill>
          <a:blip r:embed="rId4">
            <a:alphaModFix/>
          </a:blip>
          <a:stretch>
            <a:fillRect/>
          </a:stretch>
        </p:blipFill>
        <p:spPr>
          <a:xfrm>
            <a:off x="5684450" y="4643638"/>
            <a:ext cx="2867025" cy="457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sp>
        <p:nvSpPr>
          <p:cNvPr id="1426" name="Google Shape;1426;p48"/>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Tabla de modos</a:t>
            </a:r>
            <a:endParaRPr/>
          </a:p>
        </p:txBody>
      </p:sp>
      <p:pic>
        <p:nvPicPr>
          <p:cNvPr id="1427" name="Google Shape;1427;p48"/>
          <p:cNvPicPr preferRelativeResize="0"/>
          <p:nvPr/>
        </p:nvPicPr>
        <p:blipFill>
          <a:blip r:embed="rId3">
            <a:alphaModFix/>
          </a:blip>
          <a:stretch>
            <a:fillRect/>
          </a:stretch>
        </p:blipFill>
        <p:spPr>
          <a:xfrm>
            <a:off x="720000" y="1840000"/>
            <a:ext cx="7355701" cy="1890187"/>
          </a:xfrm>
          <a:prstGeom prst="rect">
            <a:avLst/>
          </a:prstGeom>
          <a:noFill/>
          <a:ln>
            <a:noFill/>
          </a:ln>
        </p:spPr>
      </p:pic>
      <p:pic>
        <p:nvPicPr>
          <p:cNvPr id="1428" name="Google Shape;1428;p48"/>
          <p:cNvPicPr preferRelativeResize="0"/>
          <p:nvPr/>
        </p:nvPicPr>
        <p:blipFill>
          <a:blip r:embed="rId4">
            <a:alphaModFix/>
          </a:blip>
          <a:stretch>
            <a:fillRect/>
          </a:stretch>
        </p:blipFill>
        <p:spPr>
          <a:xfrm>
            <a:off x="477225" y="4643638"/>
            <a:ext cx="2867025" cy="457200"/>
          </a:xfrm>
          <a:prstGeom prst="rect">
            <a:avLst/>
          </a:prstGeom>
          <a:noFill/>
          <a:ln>
            <a:noFill/>
          </a:ln>
        </p:spPr>
      </p:pic>
      <p:pic>
        <p:nvPicPr>
          <p:cNvPr id="1429" name="Google Shape;1429;p48"/>
          <p:cNvPicPr preferRelativeResize="0"/>
          <p:nvPr/>
        </p:nvPicPr>
        <p:blipFill>
          <a:blip r:embed="rId4">
            <a:alphaModFix/>
          </a:blip>
          <a:stretch>
            <a:fillRect/>
          </a:stretch>
        </p:blipFill>
        <p:spPr>
          <a:xfrm>
            <a:off x="5806375" y="4643638"/>
            <a:ext cx="2867025" cy="457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3"/>
        <p:cNvGrpSpPr/>
        <p:nvPr/>
      </p:nvGrpSpPr>
      <p:grpSpPr>
        <a:xfrm>
          <a:off x="0" y="0"/>
          <a:ext cx="0" cy="0"/>
          <a:chOff x="0" y="0"/>
          <a:chExt cx="0" cy="0"/>
        </a:xfrm>
      </p:grpSpPr>
      <p:sp>
        <p:nvSpPr>
          <p:cNvPr id="1434" name="Google Shape;1434;p49"/>
          <p:cNvSpPr txBox="1">
            <a:spLocks noGrp="1"/>
          </p:cNvSpPr>
          <p:nvPr>
            <p:ph type="subTitle" idx="1"/>
          </p:nvPr>
        </p:nvSpPr>
        <p:spPr>
          <a:xfrm>
            <a:off x="720000" y="1331725"/>
            <a:ext cx="7229400" cy="3087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latin typeface="Mulish SemiBold"/>
                <a:ea typeface="Mulish SemiBold"/>
                <a:cs typeface="Mulish SemiBold"/>
                <a:sym typeface="Mulish SemiBold"/>
              </a:rPr>
              <a:t>Cada ciclo de reloj tiene dos acciones:</a:t>
            </a: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un dispositivo cambia el dato y el otro lo lee</a:t>
            </a:r>
            <a:endParaRPr sz="1400">
              <a:latin typeface="Mulish SemiBold"/>
              <a:ea typeface="Mulish SemiBold"/>
              <a:cs typeface="Mulish SemiBold"/>
              <a:sym typeface="Mulish SemiBold"/>
            </a:endParaRPr>
          </a:p>
          <a:p>
            <a:pPr marL="0" lvl="0" indent="0" algn="l" rtl="0">
              <a:spcBef>
                <a:spcPts val="0"/>
              </a:spcBef>
              <a:spcAft>
                <a:spcPts val="0"/>
              </a:spcAft>
              <a:buNone/>
            </a:pP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CPHA decide cuál ocurre primero.</a:t>
            </a: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CPOL decide cómo empieza el reloj cuando está en reposo.</a:t>
            </a:r>
            <a:endParaRPr sz="1400">
              <a:latin typeface="Mulish SemiBold"/>
              <a:ea typeface="Mulish SemiBold"/>
              <a:cs typeface="Mulish SemiBold"/>
              <a:sym typeface="Mulish SemiBold"/>
            </a:endParaRPr>
          </a:p>
          <a:p>
            <a:pPr marL="0" lvl="0" indent="0" algn="l" rtl="0">
              <a:spcBef>
                <a:spcPts val="0"/>
              </a:spcBef>
              <a:spcAft>
                <a:spcPts val="0"/>
              </a:spcAft>
              <a:buNone/>
            </a:pP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En la práctica el dispositivo esclavo ya viene definido en el datasheet con el modo que necesita, ejemplo “SPI Mode 3 required”, aquí es donde en la FPGA o microcontrolador debemos configurar CPOL = 1, CPHA = 1 </a:t>
            </a:r>
            <a:endParaRPr sz="1400">
              <a:latin typeface="Mulish SemiBold"/>
              <a:ea typeface="Mulish SemiBold"/>
              <a:cs typeface="Mulish SemiBold"/>
              <a:sym typeface="Mulish SemiBold"/>
            </a:endParaRPr>
          </a:p>
          <a:p>
            <a:pPr marL="0" lvl="0" indent="0" algn="l" rtl="0">
              <a:spcBef>
                <a:spcPts val="0"/>
              </a:spcBef>
              <a:spcAft>
                <a:spcPts val="0"/>
              </a:spcAft>
              <a:buNone/>
            </a:pPr>
            <a:endParaRPr sz="1400">
              <a:latin typeface="Mulish SemiBold"/>
              <a:ea typeface="Mulish SemiBold"/>
              <a:cs typeface="Mulish SemiBold"/>
              <a:sym typeface="Mulish SemiBold"/>
            </a:endParaRPr>
          </a:p>
          <a:p>
            <a:pPr marL="0" lvl="0" indent="0" algn="l" rtl="0">
              <a:spcBef>
                <a:spcPts val="0"/>
              </a:spcBef>
              <a:spcAft>
                <a:spcPts val="0"/>
              </a:spcAft>
              <a:buNone/>
            </a:pPr>
            <a:r>
              <a:rPr lang="en" sz="1400">
                <a:latin typeface="Mulish SemiBold"/>
                <a:ea typeface="Mulish SemiBold"/>
                <a:cs typeface="Mulish SemiBold"/>
                <a:sym typeface="Mulish SemiBold"/>
              </a:rPr>
              <a:t>Sino, se leerían los datos en el momento incorrecto, aparecerian bits desplazados y la comunicación fallaria</a:t>
            </a:r>
            <a:endParaRPr sz="1400">
              <a:latin typeface="Mulish SemiBold"/>
              <a:ea typeface="Mulish SemiBold"/>
              <a:cs typeface="Mulish SemiBold"/>
              <a:sym typeface="Mulish SemiBold"/>
            </a:endParaRPr>
          </a:p>
        </p:txBody>
      </p:sp>
      <p:sp>
        <p:nvSpPr>
          <p:cNvPr id="1435" name="Google Shape;1435;p49"/>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Resumen de estos 4 modos</a:t>
            </a:r>
            <a:endParaRPr/>
          </a:p>
        </p:txBody>
      </p:sp>
      <p:pic>
        <p:nvPicPr>
          <p:cNvPr id="1436" name="Google Shape;1436;p49"/>
          <p:cNvPicPr preferRelativeResize="0"/>
          <p:nvPr/>
        </p:nvPicPr>
        <p:blipFill>
          <a:blip r:embed="rId3">
            <a:alphaModFix/>
          </a:blip>
          <a:stretch>
            <a:fillRect/>
          </a:stretch>
        </p:blipFill>
        <p:spPr>
          <a:xfrm>
            <a:off x="477225" y="4643638"/>
            <a:ext cx="2867025" cy="457200"/>
          </a:xfrm>
          <a:prstGeom prst="rect">
            <a:avLst/>
          </a:prstGeom>
          <a:noFill/>
          <a:ln>
            <a:noFill/>
          </a:ln>
        </p:spPr>
      </p:pic>
      <p:pic>
        <p:nvPicPr>
          <p:cNvPr id="1437" name="Google Shape;1437;p49"/>
          <p:cNvPicPr preferRelativeResize="0"/>
          <p:nvPr/>
        </p:nvPicPr>
        <p:blipFill>
          <a:blip r:embed="rId3">
            <a:alphaModFix/>
          </a:blip>
          <a:stretch>
            <a:fillRect/>
          </a:stretch>
        </p:blipFill>
        <p:spPr>
          <a:xfrm>
            <a:off x="5777038" y="4643638"/>
            <a:ext cx="2867025" cy="457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1442" name="Google Shape;1442;p50"/>
          <p:cNvSpPr txBox="1">
            <a:spLocks noGrp="1"/>
          </p:cNvSpPr>
          <p:nvPr>
            <p:ph type="subTitle" idx="3"/>
          </p:nvPr>
        </p:nvSpPr>
        <p:spPr>
          <a:xfrm>
            <a:off x="651750" y="1163850"/>
            <a:ext cx="5343600" cy="322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Las computadoras modernas guardan el firmware en una memoria SPI Flash.</a:t>
            </a:r>
            <a:endParaRPr/>
          </a:p>
          <a:p>
            <a:pPr marL="0" lvl="0" indent="0" algn="l" rtl="0">
              <a:spcBef>
                <a:spcPts val="0"/>
              </a:spcBef>
              <a:spcAft>
                <a:spcPts val="0"/>
              </a:spcAft>
              <a:buNone/>
            </a:pPr>
            <a:endParaRPr/>
          </a:p>
          <a:p>
            <a:pPr marL="0" lvl="0" indent="0" algn="l" rtl="0">
              <a:spcBef>
                <a:spcPts val="0"/>
              </a:spcBef>
              <a:spcAft>
                <a:spcPts val="0"/>
              </a:spcAft>
              <a:buNone/>
            </a:pPr>
            <a:r>
              <a:rPr lang="en"/>
              <a:t>Ejemplo típico:</a:t>
            </a:r>
            <a:endParaRPr/>
          </a:p>
          <a:p>
            <a:pPr marL="0" lvl="0" indent="0" algn="l" rtl="0">
              <a:spcBef>
                <a:spcPts val="0"/>
              </a:spcBef>
              <a:spcAft>
                <a:spcPts val="0"/>
              </a:spcAft>
              <a:buNone/>
            </a:pPr>
            <a:endParaRPr/>
          </a:p>
          <a:p>
            <a:pPr marL="0" lvl="0" indent="0" algn="l" rtl="0">
              <a:spcBef>
                <a:spcPts val="0"/>
              </a:spcBef>
              <a:spcAft>
                <a:spcPts val="0"/>
              </a:spcAft>
              <a:buNone/>
            </a:pPr>
            <a:r>
              <a:rPr lang="en"/>
              <a:t>El chip de 8 pines en la motherboard, almacena el BIOS.</a:t>
            </a:r>
            <a:endParaRPr/>
          </a:p>
          <a:p>
            <a:pPr marL="0" lvl="0" indent="0" algn="l" rtl="0">
              <a:spcBef>
                <a:spcPts val="0"/>
              </a:spcBef>
              <a:spcAft>
                <a:spcPts val="0"/>
              </a:spcAft>
              <a:buNone/>
            </a:pPr>
            <a:endParaRPr/>
          </a:p>
          <a:p>
            <a:pPr marL="0" lvl="0" indent="0" algn="l" rtl="0">
              <a:spcBef>
                <a:spcPts val="0"/>
              </a:spcBef>
              <a:spcAft>
                <a:spcPts val="0"/>
              </a:spcAft>
              <a:buNone/>
            </a:pPr>
            <a:r>
              <a:rPr lang="en"/>
              <a:t>Esto es usado por fabricantes como:</a:t>
            </a:r>
            <a:endParaRPr/>
          </a:p>
          <a:p>
            <a:pPr marL="0" lvl="0" indent="0" algn="l" rtl="0">
              <a:spcBef>
                <a:spcPts val="0"/>
              </a:spcBef>
              <a:spcAft>
                <a:spcPts val="0"/>
              </a:spcAft>
              <a:buNone/>
            </a:pPr>
            <a:endParaRPr/>
          </a:p>
          <a:p>
            <a:pPr marL="0" lvl="0" indent="0" algn="l" rtl="0">
              <a:spcBef>
                <a:spcPts val="0"/>
              </a:spcBef>
              <a:spcAft>
                <a:spcPts val="0"/>
              </a:spcAft>
              <a:buNone/>
            </a:pPr>
            <a:r>
              <a:rPr lang="en"/>
              <a:t>Intel y AMD</a:t>
            </a:r>
            <a:endParaRPr/>
          </a:p>
          <a:p>
            <a:pPr marL="0" lvl="0" indent="0" algn="l" rtl="0">
              <a:spcBef>
                <a:spcPts val="0"/>
              </a:spcBef>
              <a:spcAft>
                <a:spcPts val="0"/>
              </a:spcAft>
              <a:buNone/>
            </a:pPr>
            <a:endParaRPr/>
          </a:p>
          <a:p>
            <a:pPr marL="0" lvl="0" indent="0" algn="l" rtl="0">
              <a:spcBef>
                <a:spcPts val="0"/>
              </a:spcBef>
              <a:spcAft>
                <a:spcPts val="0"/>
              </a:spcAft>
              <a:buNone/>
            </a:pPr>
            <a:r>
              <a:rPr lang="en"/>
              <a:t>El procesador lee esa memoria usando SPI cuando la computadora inicia.</a:t>
            </a:r>
            <a:endParaRPr/>
          </a:p>
        </p:txBody>
      </p:sp>
      <p:sp>
        <p:nvSpPr>
          <p:cNvPr id="1443" name="Google Shape;1443;p50"/>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Ejemplos</a:t>
            </a:r>
            <a:endParaRPr/>
          </a:p>
        </p:txBody>
      </p:sp>
      <p:pic>
        <p:nvPicPr>
          <p:cNvPr id="1444" name="Google Shape;1444;p50"/>
          <p:cNvPicPr preferRelativeResize="0"/>
          <p:nvPr/>
        </p:nvPicPr>
        <p:blipFill>
          <a:blip r:embed="rId3">
            <a:alphaModFix/>
          </a:blip>
          <a:stretch>
            <a:fillRect/>
          </a:stretch>
        </p:blipFill>
        <p:spPr>
          <a:xfrm>
            <a:off x="6147750" y="1260100"/>
            <a:ext cx="2619375" cy="1743075"/>
          </a:xfrm>
          <a:prstGeom prst="rect">
            <a:avLst/>
          </a:prstGeom>
          <a:noFill/>
          <a:ln>
            <a:noFill/>
          </a:ln>
        </p:spPr>
      </p:pic>
      <p:pic>
        <p:nvPicPr>
          <p:cNvPr id="1445" name="Google Shape;1445;p50"/>
          <p:cNvPicPr preferRelativeResize="0"/>
          <p:nvPr/>
        </p:nvPicPr>
        <p:blipFill>
          <a:blip r:embed="rId4">
            <a:alphaModFix/>
          </a:blip>
          <a:stretch>
            <a:fillRect/>
          </a:stretch>
        </p:blipFill>
        <p:spPr>
          <a:xfrm>
            <a:off x="477225" y="4643638"/>
            <a:ext cx="2867025" cy="457200"/>
          </a:xfrm>
          <a:prstGeom prst="rect">
            <a:avLst/>
          </a:prstGeom>
          <a:noFill/>
          <a:ln>
            <a:noFill/>
          </a:ln>
        </p:spPr>
      </p:pic>
      <p:pic>
        <p:nvPicPr>
          <p:cNvPr id="1446" name="Google Shape;1446;p50"/>
          <p:cNvPicPr preferRelativeResize="0"/>
          <p:nvPr/>
        </p:nvPicPr>
        <p:blipFill>
          <a:blip r:embed="rId4">
            <a:alphaModFix/>
          </a:blip>
          <a:stretch>
            <a:fillRect/>
          </a:stretch>
        </p:blipFill>
        <p:spPr>
          <a:xfrm>
            <a:off x="6147750" y="4643638"/>
            <a:ext cx="2867025" cy="457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50"/>
        <p:cNvGrpSpPr/>
        <p:nvPr/>
      </p:nvGrpSpPr>
      <p:grpSpPr>
        <a:xfrm>
          <a:off x="0" y="0"/>
          <a:ext cx="0" cy="0"/>
          <a:chOff x="0" y="0"/>
          <a:chExt cx="0" cy="0"/>
        </a:xfrm>
      </p:grpSpPr>
      <p:sp>
        <p:nvSpPr>
          <p:cNvPr id="1451" name="Google Shape;1451;p51"/>
          <p:cNvSpPr txBox="1">
            <a:spLocks noGrp="1"/>
          </p:cNvSpPr>
          <p:nvPr>
            <p:ph type="subTitle" idx="3"/>
          </p:nvPr>
        </p:nvSpPr>
        <p:spPr>
          <a:xfrm>
            <a:off x="591400" y="1107700"/>
            <a:ext cx="7451400" cy="345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El protocolo SPI, es “sencillo” y eficaz, utiliza una señal de reloj que dependiendo la configuración indica </a:t>
            </a:r>
            <a:r>
              <a:rPr lang="en" dirty="0" smtClean="0"/>
              <a:t>cuándo </a:t>
            </a:r>
            <a:r>
              <a:rPr lang="en" dirty="0"/>
              <a:t>y en qué momento mandar los bits.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Tiene 2 canales de comunicación uno donde el maestro habla y otro donde recibe y ambos pueden darse a la vez, para ello se sincronizan los bits pasándose en cada ciclo primero al registro, y luego se desplaza, para ello se puede representar con una máquina de estados que tiene 4 estados, IDDLE, LOAD, TRANSFER y DONE que serian como reposo, carga, transferencia y realizado.</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Y en sus conexiones tiene también un Slave Selector, que indica </a:t>
            </a:r>
            <a:r>
              <a:rPr lang="en" dirty="0" smtClean="0"/>
              <a:t>qué </a:t>
            </a:r>
            <a:r>
              <a:rPr lang="en" dirty="0"/>
              <a:t>esclavo se esta utilizando y se activa con 0, eso ayuda también a los estados porque cuando finaliza este vuelve a 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Actualmente sigue siendo utilizado como en el ejemplo </a:t>
            </a:r>
            <a:r>
              <a:rPr lang="en" dirty="0" smtClean="0"/>
              <a:t>anteriormente mencionado</a:t>
            </a:r>
            <a:r>
              <a:rPr lang="en" dirty="0" smtClean="0"/>
              <a:t>, </a:t>
            </a:r>
            <a:r>
              <a:rPr lang="en" dirty="0"/>
              <a:t>y esto se debe principalmente a </a:t>
            </a:r>
            <a:r>
              <a:rPr lang="en" dirty="0" smtClean="0"/>
              <a:t>su</a:t>
            </a:r>
            <a:r>
              <a:rPr lang="en" dirty="0" smtClean="0"/>
              <a:t> eficiencia.</a:t>
            </a:r>
            <a:endParaRPr dirty="0"/>
          </a:p>
        </p:txBody>
      </p:sp>
      <p:sp>
        <p:nvSpPr>
          <p:cNvPr id="1452" name="Google Shape;1452;p51"/>
          <p:cNvSpPr txBox="1">
            <a:spLocks noGrp="1"/>
          </p:cNvSpPr>
          <p:nvPr>
            <p:ph type="title"/>
          </p:nvPr>
        </p:nvSpPr>
        <p:spPr>
          <a:xfrm>
            <a:off x="720000" y="53500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Conclusiones</a:t>
            </a:r>
            <a:endParaRPr/>
          </a:p>
        </p:txBody>
      </p:sp>
      <p:pic>
        <p:nvPicPr>
          <p:cNvPr id="1453" name="Google Shape;1453;p51"/>
          <p:cNvPicPr preferRelativeResize="0"/>
          <p:nvPr/>
        </p:nvPicPr>
        <p:blipFill>
          <a:blip r:embed="rId3">
            <a:alphaModFix/>
          </a:blip>
          <a:stretch>
            <a:fillRect/>
          </a:stretch>
        </p:blipFill>
        <p:spPr>
          <a:xfrm>
            <a:off x="477225" y="4643638"/>
            <a:ext cx="2867025" cy="457200"/>
          </a:xfrm>
          <a:prstGeom prst="rect">
            <a:avLst/>
          </a:prstGeom>
          <a:noFill/>
          <a:ln>
            <a:noFill/>
          </a:ln>
        </p:spPr>
      </p:pic>
      <p:pic>
        <p:nvPicPr>
          <p:cNvPr id="1454" name="Google Shape;1454;p51"/>
          <p:cNvPicPr preferRelativeResize="0"/>
          <p:nvPr/>
        </p:nvPicPr>
        <p:blipFill>
          <a:blip r:embed="rId3">
            <a:alphaModFix/>
          </a:blip>
          <a:stretch>
            <a:fillRect/>
          </a:stretch>
        </p:blipFill>
        <p:spPr>
          <a:xfrm>
            <a:off x="5852275" y="4643638"/>
            <a:ext cx="2867025" cy="457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58"/>
        <p:cNvGrpSpPr/>
        <p:nvPr/>
      </p:nvGrpSpPr>
      <p:grpSpPr>
        <a:xfrm>
          <a:off x="0" y="0"/>
          <a:ext cx="0" cy="0"/>
          <a:chOff x="0" y="0"/>
          <a:chExt cx="0" cy="0"/>
        </a:xfrm>
      </p:grpSpPr>
      <p:sp>
        <p:nvSpPr>
          <p:cNvPr id="1459" name="Google Shape;1459;p52"/>
          <p:cNvSpPr txBox="1">
            <a:spLocks noGrp="1"/>
          </p:cNvSpPr>
          <p:nvPr>
            <p:ph type="title"/>
          </p:nvPr>
        </p:nvSpPr>
        <p:spPr>
          <a:xfrm>
            <a:off x="720000" y="9922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Bibliografía:</a:t>
            </a:r>
            <a:endParaRPr/>
          </a:p>
        </p:txBody>
      </p:sp>
      <p:sp>
        <p:nvSpPr>
          <p:cNvPr id="1460" name="Google Shape;1460;p52"/>
          <p:cNvSpPr txBox="1">
            <a:spLocks noGrp="1"/>
          </p:cNvSpPr>
          <p:nvPr>
            <p:ph type="body" idx="1"/>
          </p:nvPr>
        </p:nvSpPr>
        <p:spPr>
          <a:xfrm>
            <a:off x="720000" y="1703750"/>
            <a:ext cx="4717500" cy="284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800"/>
              <a:t>Interfaz periférica en serie (SPI) - SparkFun Learn. (n.d.). </a:t>
            </a:r>
            <a:r>
              <a:rPr lang="en" sz="800" u="sng">
                <a:solidFill>
                  <a:schemeClr val="hlink"/>
                </a:solidFill>
                <a:hlinkClick r:id="rId3"/>
              </a:rPr>
              <a:t>https://learn.sparkfun.com/tutorials/serial-peripheral-interface-spi/all</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Paguayo. (2026, January 9). Protocolo SPI (Serial Peripheral Interface). MCI Educación. https://cursos.mcielectronics.cl/2022/08/23/serial-peripheral-interface-spi/</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How are CPOL, CPHA and Bitrate Configured for a Host Adapter that is in SPI Slave Mode? (2026, March 4). Total Phase Blog. </a:t>
            </a:r>
            <a:endParaRPr sz="800"/>
          </a:p>
          <a:p>
            <a:pPr marL="0" lvl="0" indent="0" algn="l" rtl="0">
              <a:spcBef>
                <a:spcPts val="0"/>
              </a:spcBef>
              <a:spcAft>
                <a:spcPts val="0"/>
              </a:spcAft>
              <a:buNone/>
            </a:pPr>
            <a:r>
              <a:rPr lang="en" sz="800"/>
              <a:t>https://www.totalphase.com/blog/2014/12/cpol-cpha-bitrate-configured-host-adapter-spi-slave-mode/?srsltid=AfmBOoqrkeglvUduj1NAYLYfQZ_w3h8Jc-ilBwJuZ5NGG-J-eJ0kDSUO</a:t>
            </a:r>
            <a:endParaRPr sz="800"/>
          </a:p>
          <a:p>
            <a:pPr marL="0" lvl="0" indent="0" algn="l" rtl="0">
              <a:spcBef>
                <a:spcPts val="0"/>
              </a:spcBef>
              <a:spcAft>
                <a:spcPts val="0"/>
              </a:spcAft>
              <a:buNone/>
            </a:pPr>
            <a:endParaRPr/>
          </a:p>
          <a:p>
            <a:pPr marL="0" lvl="0" indent="0" algn="l" rtl="0">
              <a:spcBef>
                <a:spcPts val="0"/>
              </a:spcBef>
              <a:spcAft>
                <a:spcPts val="0"/>
              </a:spcAft>
              <a:buNone/>
            </a:pPr>
            <a:r>
              <a:rPr lang="en" sz="800"/>
              <a:t>Figure 2. Four working mode timing diagram Mode 0: CPOL = 0, CPHA=0. . .. (n.d.). ResearchGate. </a:t>
            </a:r>
            <a:r>
              <a:rPr lang="en" sz="800" u="sng">
                <a:solidFill>
                  <a:schemeClr val="hlink"/>
                </a:solidFill>
                <a:hlinkClick r:id="rId4"/>
              </a:rPr>
              <a:t>https://www.researchgate.net/figure/Four-working-mode-timing-diagram-Mode-0-CPOL-0-CPHA0-The-SCK-serial-clock-line-idle_fig2_339088398</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Microtecnología. (2022, August 18). Conceptos básicos comunicación SPI [Video]. YouTube. </a:t>
            </a:r>
            <a:r>
              <a:rPr lang="en" sz="800" u="sng">
                <a:solidFill>
                  <a:schemeClr val="hlink"/>
                </a:solidFill>
                <a:hlinkClick r:id="rId5"/>
              </a:rPr>
              <a:t>https://www.youtube.com/watch?v=CeVmpxBEpXs</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Wels. (2018, March 12). #1MinutoDeElectronica - Que es SPI - Wels Theory [Video]. YouTube. </a:t>
            </a:r>
            <a:r>
              <a:rPr lang="en" sz="800" u="sng">
                <a:solidFill>
                  <a:schemeClr val="hlink"/>
                </a:solidFill>
                <a:hlinkClick r:id="rId6"/>
              </a:rPr>
              <a:t>https://www.youtube.com/watch?v=FzP65txocIM</a:t>
            </a:r>
            <a:endParaRPr sz="800"/>
          </a:p>
          <a:p>
            <a:pPr marL="0" lvl="0" indent="0" algn="l" rtl="0">
              <a:spcBef>
                <a:spcPts val="0"/>
              </a:spcBef>
              <a:spcAft>
                <a:spcPts val="0"/>
              </a:spcAft>
              <a:buNone/>
            </a:pPr>
            <a:endParaRPr sz="800"/>
          </a:p>
        </p:txBody>
      </p:sp>
      <p:sp>
        <p:nvSpPr>
          <p:cNvPr id="1461" name="Google Shape;1461;p52"/>
          <p:cNvSpPr/>
          <p:nvPr/>
        </p:nvSpPr>
        <p:spPr>
          <a:xfrm rot="-5400000">
            <a:off x="6887625" y="1435775"/>
            <a:ext cx="1855500" cy="2677500"/>
          </a:xfrm>
          <a:prstGeom prst="round2SameRect">
            <a:avLst>
              <a:gd name="adj1" fmla="val 16667"/>
              <a:gd name="adj2"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2"/>
          <p:cNvSpPr/>
          <p:nvPr/>
        </p:nvSpPr>
        <p:spPr>
          <a:xfrm rot="5400000">
            <a:off x="7357456" y="2588188"/>
            <a:ext cx="322125" cy="1313800"/>
          </a:xfrm>
          <a:custGeom>
            <a:avLst/>
            <a:gdLst/>
            <a:ahLst/>
            <a:cxnLst/>
            <a:rect l="l" t="t" r="r" b="b"/>
            <a:pathLst>
              <a:path w="12885" h="52552" extrusionOk="0">
                <a:moveTo>
                  <a:pt x="5911" y="1"/>
                </a:moveTo>
                <a:cubicBezTo>
                  <a:pt x="2679" y="1"/>
                  <a:pt x="1" y="2633"/>
                  <a:pt x="1" y="5865"/>
                </a:cubicBezTo>
                <a:lnTo>
                  <a:pt x="1" y="46686"/>
                </a:lnTo>
                <a:cubicBezTo>
                  <a:pt x="1" y="49919"/>
                  <a:pt x="2679" y="52551"/>
                  <a:pt x="5911" y="52551"/>
                </a:cubicBezTo>
                <a:lnTo>
                  <a:pt x="6973" y="52551"/>
                </a:lnTo>
                <a:cubicBezTo>
                  <a:pt x="10206" y="52551"/>
                  <a:pt x="12884" y="49919"/>
                  <a:pt x="12884" y="46686"/>
                </a:cubicBezTo>
                <a:lnTo>
                  <a:pt x="12884" y="5865"/>
                </a:lnTo>
                <a:cubicBezTo>
                  <a:pt x="12884" y="2633"/>
                  <a:pt x="10206" y="1"/>
                  <a:pt x="6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2"/>
          <p:cNvSpPr/>
          <p:nvPr/>
        </p:nvSpPr>
        <p:spPr>
          <a:xfrm rot="5400000">
            <a:off x="7609144" y="2882000"/>
            <a:ext cx="25" cy="726175"/>
          </a:xfrm>
          <a:custGeom>
            <a:avLst/>
            <a:gdLst/>
            <a:ahLst/>
            <a:cxnLst/>
            <a:rect l="l" t="t" r="r" b="b"/>
            <a:pathLst>
              <a:path w="1" h="29047" fill="none" extrusionOk="0">
                <a:moveTo>
                  <a:pt x="0" y="1"/>
                </a:moveTo>
                <a:lnTo>
                  <a:pt x="0" y="29047"/>
                </a:lnTo>
              </a:path>
            </a:pathLst>
          </a:custGeom>
          <a:noFill/>
          <a:ln w="28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2"/>
          <p:cNvSpPr/>
          <p:nvPr/>
        </p:nvSpPr>
        <p:spPr>
          <a:xfrm rot="5400000">
            <a:off x="7377669" y="3113475"/>
            <a:ext cx="25" cy="263225"/>
          </a:xfrm>
          <a:custGeom>
            <a:avLst/>
            <a:gdLst/>
            <a:ahLst/>
            <a:cxnLst/>
            <a:rect l="l" t="t" r="r" b="b"/>
            <a:pathLst>
              <a:path w="1" h="10529" fill="none" extrusionOk="0">
                <a:moveTo>
                  <a:pt x="0" y="0"/>
                </a:moveTo>
                <a:lnTo>
                  <a:pt x="0" y="10529"/>
                </a:lnTo>
              </a:path>
            </a:pathLst>
          </a:custGeom>
          <a:noFill/>
          <a:ln w="15000" cap="flat" cmpd="sng">
            <a:solidFill>
              <a:schemeClr val="lt2"/>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5" name="Google Shape;1465;p52"/>
          <p:cNvGrpSpPr/>
          <p:nvPr/>
        </p:nvGrpSpPr>
        <p:grpSpPr>
          <a:xfrm rot="5400000">
            <a:off x="7411144" y="3170038"/>
            <a:ext cx="150100" cy="150100"/>
            <a:chOff x="8425238" y="1668375"/>
            <a:chExt cx="150100" cy="150100"/>
          </a:xfrm>
        </p:grpSpPr>
        <p:sp>
          <p:nvSpPr>
            <p:cNvPr id="1466" name="Google Shape;1466;p52"/>
            <p:cNvSpPr/>
            <p:nvPr/>
          </p:nvSpPr>
          <p:spPr>
            <a:xfrm>
              <a:off x="8425238" y="1668375"/>
              <a:ext cx="150100" cy="150100"/>
            </a:xfrm>
            <a:custGeom>
              <a:avLst/>
              <a:gdLst/>
              <a:ahLst/>
              <a:cxnLst/>
              <a:rect l="l" t="t" r="r" b="b"/>
              <a:pathLst>
                <a:path w="6004" h="6004" extrusionOk="0">
                  <a:moveTo>
                    <a:pt x="3002" y="0"/>
                  </a:moveTo>
                  <a:cubicBezTo>
                    <a:pt x="1340" y="0"/>
                    <a:pt x="1" y="1339"/>
                    <a:pt x="1" y="3002"/>
                  </a:cubicBezTo>
                  <a:cubicBezTo>
                    <a:pt x="1" y="4664"/>
                    <a:pt x="1340" y="6003"/>
                    <a:pt x="3002" y="6003"/>
                  </a:cubicBezTo>
                  <a:cubicBezTo>
                    <a:pt x="4665" y="6003"/>
                    <a:pt x="6004" y="4664"/>
                    <a:pt x="6004" y="3002"/>
                  </a:cubicBezTo>
                  <a:cubicBezTo>
                    <a:pt x="6004" y="1339"/>
                    <a:pt x="4619"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2"/>
            <p:cNvSpPr/>
            <p:nvPr/>
          </p:nvSpPr>
          <p:spPr>
            <a:xfrm>
              <a:off x="8425238" y="1668375"/>
              <a:ext cx="150100" cy="150100"/>
            </a:xfrm>
            <a:custGeom>
              <a:avLst/>
              <a:gdLst/>
              <a:ahLst/>
              <a:cxnLst/>
              <a:rect l="l" t="t" r="r" b="b"/>
              <a:pathLst>
                <a:path w="6004" h="6004" extrusionOk="0">
                  <a:moveTo>
                    <a:pt x="3002" y="0"/>
                  </a:moveTo>
                  <a:cubicBezTo>
                    <a:pt x="1340" y="0"/>
                    <a:pt x="1" y="1339"/>
                    <a:pt x="1" y="3002"/>
                  </a:cubicBezTo>
                  <a:cubicBezTo>
                    <a:pt x="1" y="4664"/>
                    <a:pt x="1340" y="6003"/>
                    <a:pt x="3002" y="6003"/>
                  </a:cubicBezTo>
                  <a:cubicBezTo>
                    <a:pt x="4665" y="6003"/>
                    <a:pt x="6004" y="4664"/>
                    <a:pt x="6004" y="3002"/>
                  </a:cubicBezTo>
                  <a:cubicBezTo>
                    <a:pt x="6004" y="1339"/>
                    <a:pt x="4619"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2"/>
            <p:cNvSpPr/>
            <p:nvPr/>
          </p:nvSpPr>
          <p:spPr>
            <a:xfrm>
              <a:off x="8425238" y="1668375"/>
              <a:ext cx="150100" cy="150100"/>
            </a:xfrm>
            <a:custGeom>
              <a:avLst/>
              <a:gdLst/>
              <a:ahLst/>
              <a:cxnLst/>
              <a:rect l="l" t="t" r="r" b="b"/>
              <a:pathLst>
                <a:path w="6004" h="6004" fill="none" extrusionOk="0">
                  <a:moveTo>
                    <a:pt x="6004" y="3002"/>
                  </a:moveTo>
                  <a:cubicBezTo>
                    <a:pt x="6004" y="4664"/>
                    <a:pt x="4665" y="6003"/>
                    <a:pt x="3002" y="6003"/>
                  </a:cubicBezTo>
                  <a:cubicBezTo>
                    <a:pt x="1340" y="6003"/>
                    <a:pt x="1" y="4664"/>
                    <a:pt x="1" y="3002"/>
                  </a:cubicBezTo>
                  <a:cubicBezTo>
                    <a:pt x="1" y="1339"/>
                    <a:pt x="1340" y="0"/>
                    <a:pt x="3002" y="0"/>
                  </a:cubicBezTo>
                  <a:cubicBezTo>
                    <a:pt x="4619" y="0"/>
                    <a:pt x="6004" y="1339"/>
                    <a:pt x="6004" y="3002"/>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2"/>
            <p:cNvSpPr/>
            <p:nvPr/>
          </p:nvSpPr>
          <p:spPr>
            <a:xfrm>
              <a:off x="8443713" y="1686850"/>
              <a:ext cx="113150" cy="113150"/>
            </a:xfrm>
            <a:custGeom>
              <a:avLst/>
              <a:gdLst/>
              <a:ahLst/>
              <a:cxnLst/>
              <a:rect l="l" t="t" r="r" b="b"/>
              <a:pathLst>
                <a:path w="4526" h="4526" extrusionOk="0">
                  <a:moveTo>
                    <a:pt x="4526" y="2263"/>
                  </a:moveTo>
                  <a:cubicBezTo>
                    <a:pt x="4526" y="3463"/>
                    <a:pt x="3510" y="4526"/>
                    <a:pt x="2263" y="4526"/>
                  </a:cubicBezTo>
                  <a:cubicBezTo>
                    <a:pt x="1063" y="4526"/>
                    <a:pt x="1" y="3556"/>
                    <a:pt x="1" y="2263"/>
                  </a:cubicBezTo>
                  <a:cubicBezTo>
                    <a:pt x="1" y="1062"/>
                    <a:pt x="970" y="0"/>
                    <a:pt x="2263" y="0"/>
                  </a:cubicBezTo>
                  <a:cubicBezTo>
                    <a:pt x="3464" y="0"/>
                    <a:pt x="4526" y="1016"/>
                    <a:pt x="4526" y="2263"/>
                  </a:cubicBezTo>
                  <a:close/>
                </a:path>
              </a:pathLst>
            </a:custGeom>
            <a:solidFill>
              <a:srgbClr val="F624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2"/>
            <p:cNvSpPr/>
            <p:nvPr/>
          </p:nvSpPr>
          <p:spPr>
            <a:xfrm>
              <a:off x="8443713" y="1686850"/>
              <a:ext cx="113150" cy="113150"/>
            </a:xfrm>
            <a:custGeom>
              <a:avLst/>
              <a:gdLst/>
              <a:ahLst/>
              <a:cxnLst/>
              <a:rect l="l" t="t" r="r" b="b"/>
              <a:pathLst>
                <a:path w="4526" h="4526" extrusionOk="0">
                  <a:moveTo>
                    <a:pt x="4526" y="2263"/>
                  </a:moveTo>
                  <a:cubicBezTo>
                    <a:pt x="4526" y="3463"/>
                    <a:pt x="3510" y="4526"/>
                    <a:pt x="2263" y="4526"/>
                  </a:cubicBezTo>
                  <a:cubicBezTo>
                    <a:pt x="1063" y="4526"/>
                    <a:pt x="1" y="3556"/>
                    <a:pt x="1" y="2263"/>
                  </a:cubicBezTo>
                  <a:cubicBezTo>
                    <a:pt x="1" y="1062"/>
                    <a:pt x="970" y="0"/>
                    <a:pt x="2263" y="0"/>
                  </a:cubicBezTo>
                  <a:cubicBezTo>
                    <a:pt x="3464" y="0"/>
                    <a:pt x="4526" y="1016"/>
                    <a:pt x="4526" y="2263"/>
                  </a:cubicBezTo>
                  <a:close/>
                </a:path>
              </a:pathLst>
            </a:custGeom>
            <a:solidFill>
              <a:schemeClr val="l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1" name="Google Shape;1471;p52"/>
          <p:cNvSpPr/>
          <p:nvPr/>
        </p:nvSpPr>
        <p:spPr>
          <a:xfrm rot="5400000">
            <a:off x="7001331" y="3210438"/>
            <a:ext cx="69275" cy="69300"/>
          </a:xfrm>
          <a:custGeom>
            <a:avLst/>
            <a:gdLst/>
            <a:ahLst/>
            <a:cxnLst/>
            <a:rect l="l" t="t" r="r" b="b"/>
            <a:pathLst>
              <a:path w="2771" h="2772" extrusionOk="0">
                <a:moveTo>
                  <a:pt x="2771" y="1386"/>
                </a:moveTo>
                <a:cubicBezTo>
                  <a:pt x="2771" y="2171"/>
                  <a:pt x="2170" y="2772"/>
                  <a:pt x="1385" y="2772"/>
                </a:cubicBezTo>
                <a:cubicBezTo>
                  <a:pt x="600" y="2772"/>
                  <a:pt x="0" y="2171"/>
                  <a:pt x="0" y="1386"/>
                </a:cubicBezTo>
                <a:cubicBezTo>
                  <a:pt x="0" y="601"/>
                  <a:pt x="600" y="1"/>
                  <a:pt x="1385" y="1"/>
                </a:cubicBezTo>
                <a:cubicBezTo>
                  <a:pt x="2170" y="1"/>
                  <a:pt x="2771" y="601"/>
                  <a:pt x="2771" y="138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2"/>
          <p:cNvSpPr/>
          <p:nvPr/>
        </p:nvSpPr>
        <p:spPr>
          <a:xfrm rot="5400000">
            <a:off x="7356881" y="2117056"/>
            <a:ext cx="323275" cy="1313800"/>
          </a:xfrm>
          <a:custGeom>
            <a:avLst/>
            <a:gdLst/>
            <a:ahLst/>
            <a:cxnLst/>
            <a:rect l="l" t="t" r="r" b="b"/>
            <a:pathLst>
              <a:path w="12931" h="52552" extrusionOk="0">
                <a:moveTo>
                  <a:pt x="5865" y="1"/>
                </a:moveTo>
                <a:cubicBezTo>
                  <a:pt x="2632" y="1"/>
                  <a:pt x="0" y="2633"/>
                  <a:pt x="0" y="5865"/>
                </a:cubicBezTo>
                <a:lnTo>
                  <a:pt x="0" y="46686"/>
                </a:lnTo>
                <a:cubicBezTo>
                  <a:pt x="0" y="49919"/>
                  <a:pt x="2632" y="52551"/>
                  <a:pt x="5865" y="52551"/>
                </a:cubicBezTo>
                <a:lnTo>
                  <a:pt x="7019" y="52551"/>
                </a:lnTo>
                <a:cubicBezTo>
                  <a:pt x="10252" y="52551"/>
                  <a:pt x="12930" y="49919"/>
                  <a:pt x="12838" y="46686"/>
                </a:cubicBezTo>
                <a:lnTo>
                  <a:pt x="12838" y="5865"/>
                </a:lnTo>
                <a:cubicBezTo>
                  <a:pt x="12838" y="2633"/>
                  <a:pt x="10206" y="1"/>
                  <a:pt x="6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2"/>
          <p:cNvSpPr/>
          <p:nvPr/>
        </p:nvSpPr>
        <p:spPr>
          <a:xfrm rot="5400000">
            <a:off x="7609144" y="2410869"/>
            <a:ext cx="25" cy="726175"/>
          </a:xfrm>
          <a:custGeom>
            <a:avLst/>
            <a:gdLst/>
            <a:ahLst/>
            <a:cxnLst/>
            <a:rect l="l" t="t" r="r" b="b"/>
            <a:pathLst>
              <a:path w="1" h="29047" fill="none" extrusionOk="0">
                <a:moveTo>
                  <a:pt x="0" y="1"/>
                </a:moveTo>
                <a:lnTo>
                  <a:pt x="0" y="29047"/>
                </a:lnTo>
              </a:path>
            </a:pathLst>
          </a:custGeom>
          <a:noFill/>
          <a:ln w="28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2"/>
          <p:cNvSpPr/>
          <p:nvPr/>
        </p:nvSpPr>
        <p:spPr>
          <a:xfrm rot="5400000">
            <a:off x="7639156" y="2380856"/>
            <a:ext cx="25" cy="786200"/>
          </a:xfrm>
          <a:custGeom>
            <a:avLst/>
            <a:gdLst/>
            <a:ahLst/>
            <a:cxnLst/>
            <a:rect l="l" t="t" r="r" b="b"/>
            <a:pathLst>
              <a:path w="1" h="31448" fill="none" extrusionOk="0">
                <a:moveTo>
                  <a:pt x="0" y="1"/>
                </a:moveTo>
                <a:lnTo>
                  <a:pt x="0" y="31448"/>
                </a:lnTo>
              </a:path>
            </a:pathLst>
          </a:custGeom>
          <a:noFill/>
          <a:ln w="15000" cap="flat" cmpd="sng">
            <a:solidFill>
              <a:schemeClr val="lt2"/>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5" name="Google Shape;1475;p52"/>
          <p:cNvGrpSpPr/>
          <p:nvPr/>
        </p:nvGrpSpPr>
        <p:grpSpPr>
          <a:xfrm rot="5400000">
            <a:off x="7899469" y="2698906"/>
            <a:ext cx="150100" cy="150100"/>
            <a:chOff x="7935763" y="1180050"/>
            <a:chExt cx="150100" cy="150100"/>
          </a:xfrm>
        </p:grpSpPr>
        <p:sp>
          <p:nvSpPr>
            <p:cNvPr id="1476" name="Google Shape;1476;p52"/>
            <p:cNvSpPr/>
            <p:nvPr/>
          </p:nvSpPr>
          <p:spPr>
            <a:xfrm>
              <a:off x="7935763" y="1180050"/>
              <a:ext cx="150100" cy="150100"/>
            </a:xfrm>
            <a:custGeom>
              <a:avLst/>
              <a:gdLst/>
              <a:ahLst/>
              <a:cxnLst/>
              <a:rect l="l" t="t" r="r" b="b"/>
              <a:pathLst>
                <a:path w="6004" h="6004" extrusionOk="0">
                  <a:moveTo>
                    <a:pt x="3002" y="0"/>
                  </a:moveTo>
                  <a:cubicBezTo>
                    <a:pt x="1339" y="0"/>
                    <a:pt x="0" y="1385"/>
                    <a:pt x="0" y="3002"/>
                  </a:cubicBezTo>
                  <a:cubicBezTo>
                    <a:pt x="0" y="4664"/>
                    <a:pt x="1339" y="6003"/>
                    <a:pt x="3002" y="6003"/>
                  </a:cubicBezTo>
                  <a:cubicBezTo>
                    <a:pt x="4664" y="6003"/>
                    <a:pt x="6003" y="4664"/>
                    <a:pt x="6003" y="3002"/>
                  </a:cubicBezTo>
                  <a:cubicBezTo>
                    <a:pt x="6003" y="1385"/>
                    <a:pt x="4664"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2"/>
            <p:cNvSpPr/>
            <p:nvPr/>
          </p:nvSpPr>
          <p:spPr>
            <a:xfrm>
              <a:off x="7935763" y="1180050"/>
              <a:ext cx="150100" cy="150100"/>
            </a:xfrm>
            <a:custGeom>
              <a:avLst/>
              <a:gdLst/>
              <a:ahLst/>
              <a:cxnLst/>
              <a:rect l="l" t="t" r="r" b="b"/>
              <a:pathLst>
                <a:path w="6004" h="6004" extrusionOk="0">
                  <a:moveTo>
                    <a:pt x="3002" y="0"/>
                  </a:moveTo>
                  <a:cubicBezTo>
                    <a:pt x="1339" y="0"/>
                    <a:pt x="0" y="1385"/>
                    <a:pt x="0" y="3002"/>
                  </a:cubicBezTo>
                  <a:cubicBezTo>
                    <a:pt x="0" y="4664"/>
                    <a:pt x="1339" y="6003"/>
                    <a:pt x="3002" y="6003"/>
                  </a:cubicBezTo>
                  <a:cubicBezTo>
                    <a:pt x="4664" y="6003"/>
                    <a:pt x="6003" y="4664"/>
                    <a:pt x="6003" y="3002"/>
                  </a:cubicBezTo>
                  <a:cubicBezTo>
                    <a:pt x="6003" y="1385"/>
                    <a:pt x="4664"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2"/>
            <p:cNvSpPr/>
            <p:nvPr/>
          </p:nvSpPr>
          <p:spPr>
            <a:xfrm>
              <a:off x="7935763" y="1180050"/>
              <a:ext cx="150100" cy="150100"/>
            </a:xfrm>
            <a:custGeom>
              <a:avLst/>
              <a:gdLst/>
              <a:ahLst/>
              <a:cxnLst/>
              <a:rect l="l" t="t" r="r" b="b"/>
              <a:pathLst>
                <a:path w="6004" h="6004" fill="none" extrusionOk="0">
                  <a:moveTo>
                    <a:pt x="6003" y="3002"/>
                  </a:moveTo>
                  <a:cubicBezTo>
                    <a:pt x="6003" y="4664"/>
                    <a:pt x="4664" y="6003"/>
                    <a:pt x="3002" y="6003"/>
                  </a:cubicBezTo>
                  <a:cubicBezTo>
                    <a:pt x="1339" y="6003"/>
                    <a:pt x="0" y="4664"/>
                    <a:pt x="0" y="3002"/>
                  </a:cubicBezTo>
                  <a:cubicBezTo>
                    <a:pt x="0" y="1385"/>
                    <a:pt x="1339" y="0"/>
                    <a:pt x="3002" y="0"/>
                  </a:cubicBezTo>
                  <a:cubicBezTo>
                    <a:pt x="4664" y="0"/>
                    <a:pt x="6003" y="1385"/>
                    <a:pt x="6003" y="3002"/>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2"/>
            <p:cNvSpPr/>
            <p:nvPr/>
          </p:nvSpPr>
          <p:spPr>
            <a:xfrm>
              <a:off x="7954238" y="1199675"/>
              <a:ext cx="113150" cy="112000"/>
            </a:xfrm>
            <a:custGeom>
              <a:avLst/>
              <a:gdLst/>
              <a:ahLst/>
              <a:cxnLst/>
              <a:rect l="l" t="t" r="r" b="b"/>
              <a:pathLst>
                <a:path w="4526" h="4480" extrusionOk="0">
                  <a:moveTo>
                    <a:pt x="4525" y="2217"/>
                  </a:moveTo>
                  <a:cubicBezTo>
                    <a:pt x="4525" y="3463"/>
                    <a:pt x="3510" y="4479"/>
                    <a:pt x="2263" y="4479"/>
                  </a:cubicBezTo>
                  <a:cubicBezTo>
                    <a:pt x="1016" y="4479"/>
                    <a:pt x="0" y="3463"/>
                    <a:pt x="0" y="2217"/>
                  </a:cubicBezTo>
                  <a:cubicBezTo>
                    <a:pt x="0" y="1016"/>
                    <a:pt x="1016" y="0"/>
                    <a:pt x="2263" y="0"/>
                  </a:cubicBezTo>
                  <a:cubicBezTo>
                    <a:pt x="3510" y="0"/>
                    <a:pt x="4525" y="1016"/>
                    <a:pt x="4525" y="2217"/>
                  </a:cubicBezTo>
                  <a:close/>
                </a:path>
              </a:pathLst>
            </a:custGeom>
            <a:solidFill>
              <a:srgbClr val="A3A3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2"/>
            <p:cNvSpPr/>
            <p:nvPr/>
          </p:nvSpPr>
          <p:spPr>
            <a:xfrm>
              <a:off x="7954238" y="1199675"/>
              <a:ext cx="113150" cy="112000"/>
            </a:xfrm>
            <a:custGeom>
              <a:avLst/>
              <a:gdLst/>
              <a:ahLst/>
              <a:cxnLst/>
              <a:rect l="l" t="t" r="r" b="b"/>
              <a:pathLst>
                <a:path w="4526" h="4480" extrusionOk="0">
                  <a:moveTo>
                    <a:pt x="4525" y="2217"/>
                  </a:moveTo>
                  <a:cubicBezTo>
                    <a:pt x="4525" y="3463"/>
                    <a:pt x="3510" y="4479"/>
                    <a:pt x="2263" y="4479"/>
                  </a:cubicBezTo>
                  <a:cubicBezTo>
                    <a:pt x="1016" y="4479"/>
                    <a:pt x="0" y="3463"/>
                    <a:pt x="0" y="2217"/>
                  </a:cubicBezTo>
                  <a:cubicBezTo>
                    <a:pt x="0" y="1016"/>
                    <a:pt x="1016" y="0"/>
                    <a:pt x="2263" y="0"/>
                  </a:cubicBezTo>
                  <a:cubicBezTo>
                    <a:pt x="3510" y="0"/>
                    <a:pt x="4525" y="1016"/>
                    <a:pt x="4525" y="2217"/>
                  </a:cubicBezTo>
                  <a:close/>
                </a:path>
              </a:pathLst>
            </a:custGeom>
            <a:solidFill>
              <a:schemeClr val="l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1" name="Google Shape;1481;p52"/>
          <p:cNvSpPr/>
          <p:nvPr/>
        </p:nvSpPr>
        <p:spPr>
          <a:xfrm>
            <a:off x="7000156" y="2727769"/>
            <a:ext cx="85450" cy="92375"/>
          </a:xfrm>
          <a:custGeom>
            <a:avLst/>
            <a:gdLst/>
            <a:ahLst/>
            <a:cxnLst/>
            <a:rect l="l" t="t" r="r" b="b"/>
            <a:pathLst>
              <a:path w="3418" h="3695" extrusionOk="0">
                <a:moveTo>
                  <a:pt x="1570" y="2817"/>
                </a:moveTo>
                <a:cubicBezTo>
                  <a:pt x="1016" y="2309"/>
                  <a:pt x="1016" y="1432"/>
                  <a:pt x="1570" y="924"/>
                </a:cubicBezTo>
                <a:cubicBezTo>
                  <a:pt x="2078" y="416"/>
                  <a:pt x="2863" y="416"/>
                  <a:pt x="3418" y="831"/>
                </a:cubicBezTo>
                <a:cubicBezTo>
                  <a:pt x="3048" y="323"/>
                  <a:pt x="2448" y="0"/>
                  <a:pt x="1847" y="0"/>
                </a:cubicBezTo>
                <a:cubicBezTo>
                  <a:pt x="785" y="0"/>
                  <a:pt x="0" y="785"/>
                  <a:pt x="0" y="1847"/>
                </a:cubicBezTo>
                <a:cubicBezTo>
                  <a:pt x="0" y="2863"/>
                  <a:pt x="785" y="3694"/>
                  <a:pt x="1847" y="3694"/>
                </a:cubicBezTo>
                <a:cubicBezTo>
                  <a:pt x="2494" y="3694"/>
                  <a:pt x="3048" y="3325"/>
                  <a:pt x="3418" y="2817"/>
                </a:cubicBezTo>
                <a:cubicBezTo>
                  <a:pt x="2863" y="3325"/>
                  <a:pt x="2078" y="3325"/>
                  <a:pt x="1570" y="281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2"/>
          <p:cNvSpPr/>
          <p:nvPr/>
        </p:nvSpPr>
        <p:spPr>
          <a:xfrm rot="5400000">
            <a:off x="7358044" y="1646475"/>
            <a:ext cx="320950" cy="1313800"/>
          </a:xfrm>
          <a:custGeom>
            <a:avLst/>
            <a:gdLst/>
            <a:ahLst/>
            <a:cxnLst/>
            <a:rect l="l" t="t" r="r" b="b"/>
            <a:pathLst>
              <a:path w="12838" h="52552" extrusionOk="0">
                <a:moveTo>
                  <a:pt x="5865" y="1"/>
                </a:moveTo>
                <a:cubicBezTo>
                  <a:pt x="2632" y="1"/>
                  <a:pt x="0" y="2633"/>
                  <a:pt x="0" y="5865"/>
                </a:cubicBezTo>
                <a:lnTo>
                  <a:pt x="0" y="46686"/>
                </a:lnTo>
                <a:cubicBezTo>
                  <a:pt x="0" y="49919"/>
                  <a:pt x="2632" y="52551"/>
                  <a:pt x="5865" y="52551"/>
                </a:cubicBezTo>
                <a:lnTo>
                  <a:pt x="6973" y="52551"/>
                </a:lnTo>
                <a:cubicBezTo>
                  <a:pt x="10206" y="52551"/>
                  <a:pt x="12838" y="49919"/>
                  <a:pt x="12838" y="46686"/>
                </a:cubicBezTo>
                <a:lnTo>
                  <a:pt x="12838" y="5865"/>
                </a:lnTo>
                <a:cubicBezTo>
                  <a:pt x="12838" y="2633"/>
                  <a:pt x="10206" y="1"/>
                  <a:pt x="6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2"/>
          <p:cNvSpPr/>
          <p:nvPr/>
        </p:nvSpPr>
        <p:spPr>
          <a:xfrm rot="5400000">
            <a:off x="7609144" y="1940288"/>
            <a:ext cx="25" cy="726175"/>
          </a:xfrm>
          <a:custGeom>
            <a:avLst/>
            <a:gdLst/>
            <a:ahLst/>
            <a:cxnLst/>
            <a:rect l="l" t="t" r="r" b="b"/>
            <a:pathLst>
              <a:path w="1" h="29047" fill="none" extrusionOk="0">
                <a:moveTo>
                  <a:pt x="1" y="1"/>
                </a:moveTo>
                <a:lnTo>
                  <a:pt x="1" y="29047"/>
                </a:lnTo>
              </a:path>
            </a:pathLst>
          </a:custGeom>
          <a:noFill/>
          <a:ln w="28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2"/>
          <p:cNvSpPr/>
          <p:nvPr/>
        </p:nvSpPr>
        <p:spPr>
          <a:xfrm rot="5400000">
            <a:off x="7456169" y="2093263"/>
            <a:ext cx="25" cy="420225"/>
          </a:xfrm>
          <a:custGeom>
            <a:avLst/>
            <a:gdLst/>
            <a:ahLst/>
            <a:cxnLst/>
            <a:rect l="l" t="t" r="r" b="b"/>
            <a:pathLst>
              <a:path w="1" h="16809" fill="none" extrusionOk="0">
                <a:moveTo>
                  <a:pt x="1" y="0"/>
                </a:moveTo>
                <a:lnTo>
                  <a:pt x="1" y="16809"/>
                </a:lnTo>
              </a:path>
            </a:pathLst>
          </a:custGeom>
          <a:noFill/>
          <a:ln w="15000" cap="flat" cmpd="sng">
            <a:solidFill>
              <a:schemeClr val="lt2"/>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5" name="Google Shape;1485;p52"/>
          <p:cNvGrpSpPr/>
          <p:nvPr/>
        </p:nvGrpSpPr>
        <p:grpSpPr>
          <a:xfrm rot="5400000">
            <a:off x="7564694" y="2228325"/>
            <a:ext cx="150100" cy="150100"/>
            <a:chOff x="7463588" y="1514825"/>
            <a:chExt cx="150100" cy="150100"/>
          </a:xfrm>
        </p:grpSpPr>
        <p:sp>
          <p:nvSpPr>
            <p:cNvPr id="1486" name="Google Shape;1486;p52"/>
            <p:cNvSpPr/>
            <p:nvPr/>
          </p:nvSpPr>
          <p:spPr>
            <a:xfrm>
              <a:off x="7463588" y="1514825"/>
              <a:ext cx="150100" cy="150100"/>
            </a:xfrm>
            <a:custGeom>
              <a:avLst/>
              <a:gdLst/>
              <a:ahLst/>
              <a:cxnLst/>
              <a:rect l="l" t="t" r="r" b="b"/>
              <a:pathLst>
                <a:path w="6004" h="6004" extrusionOk="0">
                  <a:moveTo>
                    <a:pt x="3002" y="1"/>
                  </a:moveTo>
                  <a:cubicBezTo>
                    <a:pt x="1340" y="1"/>
                    <a:pt x="0" y="1386"/>
                    <a:pt x="0" y="3002"/>
                  </a:cubicBezTo>
                  <a:cubicBezTo>
                    <a:pt x="0" y="4665"/>
                    <a:pt x="1340" y="6004"/>
                    <a:pt x="3002" y="6004"/>
                  </a:cubicBezTo>
                  <a:cubicBezTo>
                    <a:pt x="4664" y="6004"/>
                    <a:pt x="6003" y="4665"/>
                    <a:pt x="6003" y="3002"/>
                  </a:cubicBezTo>
                  <a:cubicBezTo>
                    <a:pt x="6003" y="1386"/>
                    <a:pt x="4664" y="1"/>
                    <a:pt x="3002" y="1"/>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52"/>
            <p:cNvSpPr/>
            <p:nvPr/>
          </p:nvSpPr>
          <p:spPr>
            <a:xfrm>
              <a:off x="7463588" y="1514825"/>
              <a:ext cx="150100" cy="150100"/>
            </a:xfrm>
            <a:custGeom>
              <a:avLst/>
              <a:gdLst/>
              <a:ahLst/>
              <a:cxnLst/>
              <a:rect l="l" t="t" r="r" b="b"/>
              <a:pathLst>
                <a:path w="6004" h="6004" extrusionOk="0">
                  <a:moveTo>
                    <a:pt x="3002" y="1"/>
                  </a:moveTo>
                  <a:cubicBezTo>
                    <a:pt x="1340" y="1"/>
                    <a:pt x="0" y="1386"/>
                    <a:pt x="0" y="3002"/>
                  </a:cubicBezTo>
                  <a:cubicBezTo>
                    <a:pt x="0" y="4665"/>
                    <a:pt x="1340" y="6004"/>
                    <a:pt x="3002" y="6004"/>
                  </a:cubicBezTo>
                  <a:cubicBezTo>
                    <a:pt x="4664" y="6004"/>
                    <a:pt x="6003" y="4665"/>
                    <a:pt x="6003" y="3002"/>
                  </a:cubicBezTo>
                  <a:cubicBezTo>
                    <a:pt x="6003" y="1386"/>
                    <a:pt x="4664" y="1"/>
                    <a:pt x="3002" y="1"/>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52"/>
            <p:cNvSpPr/>
            <p:nvPr/>
          </p:nvSpPr>
          <p:spPr>
            <a:xfrm>
              <a:off x="7483213" y="1534450"/>
              <a:ext cx="112000" cy="112000"/>
            </a:xfrm>
            <a:custGeom>
              <a:avLst/>
              <a:gdLst/>
              <a:ahLst/>
              <a:cxnLst/>
              <a:rect l="l" t="t" r="r" b="b"/>
              <a:pathLst>
                <a:path w="4480" h="4480" extrusionOk="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solidFill>
              <a:srgbClr val="A3A3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52"/>
            <p:cNvSpPr/>
            <p:nvPr/>
          </p:nvSpPr>
          <p:spPr>
            <a:xfrm>
              <a:off x="7483213" y="1534450"/>
              <a:ext cx="112000" cy="112000"/>
            </a:xfrm>
            <a:custGeom>
              <a:avLst/>
              <a:gdLst/>
              <a:ahLst/>
              <a:cxnLst/>
              <a:rect l="l" t="t" r="r" b="b"/>
              <a:pathLst>
                <a:path w="4480" h="4480" fill="none" extrusionOk="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52"/>
            <p:cNvSpPr/>
            <p:nvPr/>
          </p:nvSpPr>
          <p:spPr>
            <a:xfrm>
              <a:off x="7463588" y="1514825"/>
              <a:ext cx="150100" cy="150100"/>
            </a:xfrm>
            <a:custGeom>
              <a:avLst/>
              <a:gdLst/>
              <a:ahLst/>
              <a:cxnLst/>
              <a:rect l="l" t="t" r="r" b="b"/>
              <a:pathLst>
                <a:path w="6004" h="6004" fill="none" extrusionOk="0">
                  <a:moveTo>
                    <a:pt x="6003" y="3002"/>
                  </a:moveTo>
                  <a:cubicBezTo>
                    <a:pt x="6003" y="4665"/>
                    <a:pt x="4664" y="6004"/>
                    <a:pt x="3002" y="6004"/>
                  </a:cubicBezTo>
                  <a:cubicBezTo>
                    <a:pt x="1340" y="6004"/>
                    <a:pt x="0" y="4665"/>
                    <a:pt x="0" y="3002"/>
                  </a:cubicBezTo>
                  <a:cubicBezTo>
                    <a:pt x="0" y="1386"/>
                    <a:pt x="1340" y="1"/>
                    <a:pt x="3002" y="1"/>
                  </a:cubicBezTo>
                  <a:cubicBezTo>
                    <a:pt x="4664" y="1"/>
                    <a:pt x="6003" y="1386"/>
                    <a:pt x="6003" y="3002"/>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52"/>
            <p:cNvSpPr/>
            <p:nvPr/>
          </p:nvSpPr>
          <p:spPr>
            <a:xfrm>
              <a:off x="7483213" y="1534450"/>
              <a:ext cx="112000" cy="112000"/>
            </a:xfrm>
            <a:custGeom>
              <a:avLst/>
              <a:gdLst/>
              <a:ahLst/>
              <a:cxnLst/>
              <a:rect l="l" t="t" r="r" b="b"/>
              <a:pathLst>
                <a:path w="4480" h="4480" extrusionOk="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solidFill>
              <a:schemeClr val="l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2" name="Google Shape;1492;p52"/>
          <p:cNvSpPr/>
          <p:nvPr/>
        </p:nvSpPr>
        <p:spPr>
          <a:xfrm>
            <a:off x="6980544" y="2247375"/>
            <a:ext cx="109700" cy="112000"/>
          </a:xfrm>
          <a:custGeom>
            <a:avLst/>
            <a:gdLst/>
            <a:ahLst/>
            <a:cxnLst/>
            <a:rect l="l" t="t" r="r" b="b"/>
            <a:pathLst>
              <a:path w="4388" h="4480" extrusionOk="0">
                <a:moveTo>
                  <a:pt x="1248" y="647"/>
                </a:moveTo>
                <a:lnTo>
                  <a:pt x="1248" y="1247"/>
                </a:lnTo>
                <a:lnTo>
                  <a:pt x="1248" y="1571"/>
                </a:lnTo>
                <a:lnTo>
                  <a:pt x="1248" y="3603"/>
                </a:lnTo>
                <a:cubicBezTo>
                  <a:pt x="1155" y="3556"/>
                  <a:pt x="971" y="3556"/>
                  <a:pt x="878" y="3556"/>
                </a:cubicBezTo>
                <a:cubicBezTo>
                  <a:pt x="416" y="3556"/>
                  <a:pt x="1" y="3787"/>
                  <a:pt x="1" y="4018"/>
                </a:cubicBezTo>
                <a:cubicBezTo>
                  <a:pt x="1" y="4295"/>
                  <a:pt x="416" y="4480"/>
                  <a:pt x="878" y="4480"/>
                </a:cubicBezTo>
                <a:cubicBezTo>
                  <a:pt x="1340" y="4480"/>
                  <a:pt x="1709" y="4249"/>
                  <a:pt x="1709" y="4018"/>
                </a:cubicBezTo>
                <a:lnTo>
                  <a:pt x="1709" y="1525"/>
                </a:lnTo>
                <a:lnTo>
                  <a:pt x="3926" y="1063"/>
                </a:lnTo>
                <a:lnTo>
                  <a:pt x="3926" y="3002"/>
                </a:lnTo>
                <a:cubicBezTo>
                  <a:pt x="3787" y="2956"/>
                  <a:pt x="3649" y="2956"/>
                  <a:pt x="3510" y="2956"/>
                </a:cubicBezTo>
                <a:cubicBezTo>
                  <a:pt x="3049" y="2956"/>
                  <a:pt x="2633" y="3187"/>
                  <a:pt x="2633" y="3418"/>
                </a:cubicBezTo>
                <a:cubicBezTo>
                  <a:pt x="2633" y="3695"/>
                  <a:pt x="3049" y="3880"/>
                  <a:pt x="3510" y="3880"/>
                </a:cubicBezTo>
                <a:cubicBezTo>
                  <a:pt x="3972" y="3880"/>
                  <a:pt x="4388" y="3649"/>
                  <a:pt x="4388" y="3418"/>
                </a:cubicBezTo>
                <a:lnTo>
                  <a:pt x="4388" y="970"/>
                </a:lnTo>
                <a:lnTo>
                  <a:pt x="4388" y="601"/>
                </a:lnTo>
                <a:lnTo>
                  <a:pt x="43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3" name="Google Shape;1493;p52"/>
          <p:cNvPicPr preferRelativeResize="0"/>
          <p:nvPr/>
        </p:nvPicPr>
        <p:blipFill>
          <a:blip r:embed="rId7">
            <a:alphaModFix/>
          </a:blip>
          <a:stretch>
            <a:fillRect/>
          </a:stretch>
        </p:blipFill>
        <p:spPr>
          <a:xfrm>
            <a:off x="631963" y="4686300"/>
            <a:ext cx="2867025" cy="457200"/>
          </a:xfrm>
          <a:prstGeom prst="rect">
            <a:avLst/>
          </a:prstGeom>
          <a:noFill/>
          <a:ln>
            <a:noFill/>
          </a:ln>
        </p:spPr>
      </p:pic>
      <p:pic>
        <p:nvPicPr>
          <p:cNvPr id="1494" name="Google Shape;1494;p52"/>
          <p:cNvPicPr preferRelativeResize="0"/>
          <p:nvPr/>
        </p:nvPicPr>
        <p:blipFill>
          <a:blip r:embed="rId7">
            <a:alphaModFix/>
          </a:blip>
          <a:stretch>
            <a:fillRect/>
          </a:stretch>
        </p:blipFill>
        <p:spPr>
          <a:xfrm>
            <a:off x="6022675" y="4642400"/>
            <a:ext cx="2867025" cy="501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sp>
        <p:nvSpPr>
          <p:cNvPr id="1499" name="Google Shape;1499;p53"/>
          <p:cNvSpPr txBox="1">
            <a:spLocks noGrp="1"/>
          </p:cNvSpPr>
          <p:nvPr>
            <p:ph type="title"/>
          </p:nvPr>
        </p:nvSpPr>
        <p:spPr>
          <a:xfrm>
            <a:off x="720000" y="950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Bibliografía:</a:t>
            </a:r>
            <a:endParaRPr/>
          </a:p>
        </p:txBody>
      </p:sp>
      <p:sp>
        <p:nvSpPr>
          <p:cNvPr id="1500" name="Google Shape;1500;p53"/>
          <p:cNvSpPr txBox="1">
            <a:spLocks noGrp="1"/>
          </p:cNvSpPr>
          <p:nvPr>
            <p:ph type="body" idx="1"/>
          </p:nvPr>
        </p:nvSpPr>
        <p:spPr>
          <a:xfrm>
            <a:off x="720000" y="1798625"/>
            <a:ext cx="4717500" cy="284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800"/>
              <a:t>IBM Business Automation Workflow. (2026, January 29). </a:t>
            </a:r>
            <a:r>
              <a:rPr lang="en" sz="800" u="sng">
                <a:solidFill>
                  <a:schemeClr val="hlink"/>
                </a:solidFill>
                <a:hlinkClick r:id="rId3"/>
              </a:rPr>
              <a:t>https://www.ibm.com/docs/es/baw/23.0.x?topic=types-state-machines</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What are clock signals in digital circuits, and how are they produced? (n.d.). Symmetry Electronics. </a:t>
            </a:r>
            <a:r>
              <a:rPr lang="en" sz="800" u="sng">
                <a:solidFill>
                  <a:schemeClr val="hlink"/>
                </a:solidFill>
                <a:hlinkClick r:id="rId4"/>
              </a:rPr>
              <a:t>https://www.symmetryelectronics.com/blog/what-are-clock-signals-in-digital-circuits-and-how-are-they-produced-symmetry-blog/</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TheBestPlayer. (2022, September 13). Understanding SPI CPOL and CPHA. Stack Overflow. </a:t>
            </a:r>
            <a:r>
              <a:rPr lang="en" sz="800" u="sng">
                <a:solidFill>
                  <a:schemeClr val="hlink"/>
                </a:solidFill>
                <a:hlinkClick r:id="rId5"/>
              </a:rPr>
              <a:t>https://stackoverflow.com/questions/73699021/understanding-spi-cpol-and-cpha</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Getting Started with STM32 - How to Use SPI. (n.d.). DigiKey. </a:t>
            </a:r>
            <a:r>
              <a:rPr lang="en" sz="800" u="sng">
                <a:solidFill>
                  <a:schemeClr val="hlink"/>
                </a:solidFill>
                <a:hlinkClick r:id="rId6"/>
              </a:rPr>
              <a:t>https://www.digikey.com/en/maker/projects/getting-started-with-stm32-how-to-use-spi/09eab3dfe74c4d0391aaaa99b0a8ee17</a:t>
            </a:r>
            <a:endParaRPr sz="800"/>
          </a:p>
          <a:p>
            <a:pPr marL="0" lvl="0" indent="0" algn="l" rtl="0">
              <a:spcBef>
                <a:spcPts val="0"/>
              </a:spcBef>
              <a:spcAft>
                <a:spcPts val="0"/>
              </a:spcAft>
              <a:buNone/>
            </a:pPr>
            <a:endParaRPr sz="800"/>
          </a:p>
          <a:p>
            <a:pPr marL="0" lvl="0" indent="0" algn="l" rtl="0">
              <a:spcBef>
                <a:spcPts val="0"/>
              </a:spcBef>
              <a:spcAft>
                <a:spcPts val="0"/>
              </a:spcAft>
              <a:buNone/>
            </a:pPr>
            <a:endParaRPr sz="800"/>
          </a:p>
        </p:txBody>
      </p:sp>
      <p:sp>
        <p:nvSpPr>
          <p:cNvPr id="1501" name="Google Shape;1501;p53"/>
          <p:cNvSpPr/>
          <p:nvPr/>
        </p:nvSpPr>
        <p:spPr>
          <a:xfrm rot="-5400000">
            <a:off x="6887625" y="1435775"/>
            <a:ext cx="1855500" cy="2677500"/>
          </a:xfrm>
          <a:prstGeom prst="round2SameRect">
            <a:avLst>
              <a:gd name="adj1" fmla="val 16667"/>
              <a:gd name="adj2"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53"/>
          <p:cNvSpPr/>
          <p:nvPr/>
        </p:nvSpPr>
        <p:spPr>
          <a:xfrm rot="5400000">
            <a:off x="7357456" y="2588188"/>
            <a:ext cx="322125" cy="1313800"/>
          </a:xfrm>
          <a:custGeom>
            <a:avLst/>
            <a:gdLst/>
            <a:ahLst/>
            <a:cxnLst/>
            <a:rect l="l" t="t" r="r" b="b"/>
            <a:pathLst>
              <a:path w="12885" h="52552" extrusionOk="0">
                <a:moveTo>
                  <a:pt x="5911" y="1"/>
                </a:moveTo>
                <a:cubicBezTo>
                  <a:pt x="2679" y="1"/>
                  <a:pt x="1" y="2633"/>
                  <a:pt x="1" y="5865"/>
                </a:cubicBezTo>
                <a:lnTo>
                  <a:pt x="1" y="46686"/>
                </a:lnTo>
                <a:cubicBezTo>
                  <a:pt x="1" y="49919"/>
                  <a:pt x="2679" y="52551"/>
                  <a:pt x="5911" y="52551"/>
                </a:cubicBezTo>
                <a:lnTo>
                  <a:pt x="6973" y="52551"/>
                </a:lnTo>
                <a:cubicBezTo>
                  <a:pt x="10206" y="52551"/>
                  <a:pt x="12884" y="49919"/>
                  <a:pt x="12884" y="46686"/>
                </a:cubicBezTo>
                <a:lnTo>
                  <a:pt x="12884" y="5865"/>
                </a:lnTo>
                <a:cubicBezTo>
                  <a:pt x="12884" y="2633"/>
                  <a:pt x="10206" y="1"/>
                  <a:pt x="6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53"/>
          <p:cNvSpPr/>
          <p:nvPr/>
        </p:nvSpPr>
        <p:spPr>
          <a:xfrm rot="5400000">
            <a:off x="7609144" y="2882000"/>
            <a:ext cx="25" cy="726175"/>
          </a:xfrm>
          <a:custGeom>
            <a:avLst/>
            <a:gdLst/>
            <a:ahLst/>
            <a:cxnLst/>
            <a:rect l="l" t="t" r="r" b="b"/>
            <a:pathLst>
              <a:path w="1" h="29047" fill="none" extrusionOk="0">
                <a:moveTo>
                  <a:pt x="0" y="1"/>
                </a:moveTo>
                <a:lnTo>
                  <a:pt x="0" y="29047"/>
                </a:lnTo>
              </a:path>
            </a:pathLst>
          </a:custGeom>
          <a:noFill/>
          <a:ln w="28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53"/>
          <p:cNvSpPr/>
          <p:nvPr/>
        </p:nvSpPr>
        <p:spPr>
          <a:xfrm rot="5400000">
            <a:off x="7377669" y="3113475"/>
            <a:ext cx="25" cy="263225"/>
          </a:xfrm>
          <a:custGeom>
            <a:avLst/>
            <a:gdLst/>
            <a:ahLst/>
            <a:cxnLst/>
            <a:rect l="l" t="t" r="r" b="b"/>
            <a:pathLst>
              <a:path w="1" h="10529" fill="none" extrusionOk="0">
                <a:moveTo>
                  <a:pt x="0" y="0"/>
                </a:moveTo>
                <a:lnTo>
                  <a:pt x="0" y="10529"/>
                </a:lnTo>
              </a:path>
            </a:pathLst>
          </a:custGeom>
          <a:noFill/>
          <a:ln w="15000" cap="flat" cmpd="sng">
            <a:solidFill>
              <a:schemeClr val="lt2"/>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5" name="Google Shape;1505;p53"/>
          <p:cNvGrpSpPr/>
          <p:nvPr/>
        </p:nvGrpSpPr>
        <p:grpSpPr>
          <a:xfrm rot="5400000">
            <a:off x="7411144" y="3170038"/>
            <a:ext cx="150100" cy="150100"/>
            <a:chOff x="8425238" y="1668375"/>
            <a:chExt cx="150100" cy="150100"/>
          </a:xfrm>
        </p:grpSpPr>
        <p:sp>
          <p:nvSpPr>
            <p:cNvPr id="1506" name="Google Shape;1506;p53"/>
            <p:cNvSpPr/>
            <p:nvPr/>
          </p:nvSpPr>
          <p:spPr>
            <a:xfrm>
              <a:off x="8425238" y="1668375"/>
              <a:ext cx="150100" cy="150100"/>
            </a:xfrm>
            <a:custGeom>
              <a:avLst/>
              <a:gdLst/>
              <a:ahLst/>
              <a:cxnLst/>
              <a:rect l="l" t="t" r="r" b="b"/>
              <a:pathLst>
                <a:path w="6004" h="6004" extrusionOk="0">
                  <a:moveTo>
                    <a:pt x="3002" y="0"/>
                  </a:moveTo>
                  <a:cubicBezTo>
                    <a:pt x="1340" y="0"/>
                    <a:pt x="1" y="1339"/>
                    <a:pt x="1" y="3002"/>
                  </a:cubicBezTo>
                  <a:cubicBezTo>
                    <a:pt x="1" y="4664"/>
                    <a:pt x="1340" y="6003"/>
                    <a:pt x="3002" y="6003"/>
                  </a:cubicBezTo>
                  <a:cubicBezTo>
                    <a:pt x="4665" y="6003"/>
                    <a:pt x="6004" y="4664"/>
                    <a:pt x="6004" y="3002"/>
                  </a:cubicBezTo>
                  <a:cubicBezTo>
                    <a:pt x="6004" y="1339"/>
                    <a:pt x="4619"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53"/>
            <p:cNvSpPr/>
            <p:nvPr/>
          </p:nvSpPr>
          <p:spPr>
            <a:xfrm>
              <a:off x="8425238" y="1668375"/>
              <a:ext cx="150100" cy="150100"/>
            </a:xfrm>
            <a:custGeom>
              <a:avLst/>
              <a:gdLst/>
              <a:ahLst/>
              <a:cxnLst/>
              <a:rect l="l" t="t" r="r" b="b"/>
              <a:pathLst>
                <a:path w="6004" h="6004" extrusionOk="0">
                  <a:moveTo>
                    <a:pt x="3002" y="0"/>
                  </a:moveTo>
                  <a:cubicBezTo>
                    <a:pt x="1340" y="0"/>
                    <a:pt x="1" y="1339"/>
                    <a:pt x="1" y="3002"/>
                  </a:cubicBezTo>
                  <a:cubicBezTo>
                    <a:pt x="1" y="4664"/>
                    <a:pt x="1340" y="6003"/>
                    <a:pt x="3002" y="6003"/>
                  </a:cubicBezTo>
                  <a:cubicBezTo>
                    <a:pt x="4665" y="6003"/>
                    <a:pt x="6004" y="4664"/>
                    <a:pt x="6004" y="3002"/>
                  </a:cubicBezTo>
                  <a:cubicBezTo>
                    <a:pt x="6004" y="1339"/>
                    <a:pt x="4619"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53"/>
            <p:cNvSpPr/>
            <p:nvPr/>
          </p:nvSpPr>
          <p:spPr>
            <a:xfrm>
              <a:off x="8425238" y="1668375"/>
              <a:ext cx="150100" cy="150100"/>
            </a:xfrm>
            <a:custGeom>
              <a:avLst/>
              <a:gdLst/>
              <a:ahLst/>
              <a:cxnLst/>
              <a:rect l="l" t="t" r="r" b="b"/>
              <a:pathLst>
                <a:path w="6004" h="6004" fill="none" extrusionOk="0">
                  <a:moveTo>
                    <a:pt x="6004" y="3002"/>
                  </a:moveTo>
                  <a:cubicBezTo>
                    <a:pt x="6004" y="4664"/>
                    <a:pt x="4665" y="6003"/>
                    <a:pt x="3002" y="6003"/>
                  </a:cubicBezTo>
                  <a:cubicBezTo>
                    <a:pt x="1340" y="6003"/>
                    <a:pt x="1" y="4664"/>
                    <a:pt x="1" y="3002"/>
                  </a:cubicBezTo>
                  <a:cubicBezTo>
                    <a:pt x="1" y="1339"/>
                    <a:pt x="1340" y="0"/>
                    <a:pt x="3002" y="0"/>
                  </a:cubicBezTo>
                  <a:cubicBezTo>
                    <a:pt x="4619" y="0"/>
                    <a:pt x="6004" y="1339"/>
                    <a:pt x="6004" y="3002"/>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53"/>
            <p:cNvSpPr/>
            <p:nvPr/>
          </p:nvSpPr>
          <p:spPr>
            <a:xfrm>
              <a:off x="8443713" y="1686850"/>
              <a:ext cx="113150" cy="113150"/>
            </a:xfrm>
            <a:custGeom>
              <a:avLst/>
              <a:gdLst/>
              <a:ahLst/>
              <a:cxnLst/>
              <a:rect l="l" t="t" r="r" b="b"/>
              <a:pathLst>
                <a:path w="4526" h="4526" extrusionOk="0">
                  <a:moveTo>
                    <a:pt x="4526" y="2263"/>
                  </a:moveTo>
                  <a:cubicBezTo>
                    <a:pt x="4526" y="3463"/>
                    <a:pt x="3510" y="4526"/>
                    <a:pt x="2263" y="4526"/>
                  </a:cubicBezTo>
                  <a:cubicBezTo>
                    <a:pt x="1063" y="4526"/>
                    <a:pt x="1" y="3556"/>
                    <a:pt x="1" y="2263"/>
                  </a:cubicBezTo>
                  <a:cubicBezTo>
                    <a:pt x="1" y="1062"/>
                    <a:pt x="970" y="0"/>
                    <a:pt x="2263" y="0"/>
                  </a:cubicBezTo>
                  <a:cubicBezTo>
                    <a:pt x="3464" y="0"/>
                    <a:pt x="4526" y="1016"/>
                    <a:pt x="4526" y="2263"/>
                  </a:cubicBezTo>
                  <a:close/>
                </a:path>
              </a:pathLst>
            </a:custGeom>
            <a:solidFill>
              <a:srgbClr val="F624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53"/>
            <p:cNvSpPr/>
            <p:nvPr/>
          </p:nvSpPr>
          <p:spPr>
            <a:xfrm>
              <a:off x="8443713" y="1686850"/>
              <a:ext cx="113150" cy="113150"/>
            </a:xfrm>
            <a:custGeom>
              <a:avLst/>
              <a:gdLst/>
              <a:ahLst/>
              <a:cxnLst/>
              <a:rect l="l" t="t" r="r" b="b"/>
              <a:pathLst>
                <a:path w="4526" h="4526" extrusionOk="0">
                  <a:moveTo>
                    <a:pt x="4526" y="2263"/>
                  </a:moveTo>
                  <a:cubicBezTo>
                    <a:pt x="4526" y="3463"/>
                    <a:pt x="3510" y="4526"/>
                    <a:pt x="2263" y="4526"/>
                  </a:cubicBezTo>
                  <a:cubicBezTo>
                    <a:pt x="1063" y="4526"/>
                    <a:pt x="1" y="3556"/>
                    <a:pt x="1" y="2263"/>
                  </a:cubicBezTo>
                  <a:cubicBezTo>
                    <a:pt x="1" y="1062"/>
                    <a:pt x="970" y="0"/>
                    <a:pt x="2263" y="0"/>
                  </a:cubicBezTo>
                  <a:cubicBezTo>
                    <a:pt x="3464" y="0"/>
                    <a:pt x="4526" y="1016"/>
                    <a:pt x="4526" y="2263"/>
                  </a:cubicBezTo>
                  <a:close/>
                </a:path>
              </a:pathLst>
            </a:custGeom>
            <a:solidFill>
              <a:schemeClr val="l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1" name="Google Shape;1511;p53"/>
          <p:cNvSpPr/>
          <p:nvPr/>
        </p:nvSpPr>
        <p:spPr>
          <a:xfrm rot="5400000">
            <a:off x="7001331" y="3210438"/>
            <a:ext cx="69275" cy="69300"/>
          </a:xfrm>
          <a:custGeom>
            <a:avLst/>
            <a:gdLst/>
            <a:ahLst/>
            <a:cxnLst/>
            <a:rect l="l" t="t" r="r" b="b"/>
            <a:pathLst>
              <a:path w="2771" h="2772" extrusionOk="0">
                <a:moveTo>
                  <a:pt x="2771" y="1386"/>
                </a:moveTo>
                <a:cubicBezTo>
                  <a:pt x="2771" y="2171"/>
                  <a:pt x="2170" y="2772"/>
                  <a:pt x="1385" y="2772"/>
                </a:cubicBezTo>
                <a:cubicBezTo>
                  <a:pt x="600" y="2772"/>
                  <a:pt x="0" y="2171"/>
                  <a:pt x="0" y="1386"/>
                </a:cubicBezTo>
                <a:cubicBezTo>
                  <a:pt x="0" y="601"/>
                  <a:pt x="600" y="1"/>
                  <a:pt x="1385" y="1"/>
                </a:cubicBezTo>
                <a:cubicBezTo>
                  <a:pt x="2170" y="1"/>
                  <a:pt x="2771" y="601"/>
                  <a:pt x="2771" y="138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53"/>
          <p:cNvSpPr/>
          <p:nvPr/>
        </p:nvSpPr>
        <p:spPr>
          <a:xfrm rot="5400000">
            <a:off x="7356881" y="2117056"/>
            <a:ext cx="323275" cy="1313800"/>
          </a:xfrm>
          <a:custGeom>
            <a:avLst/>
            <a:gdLst/>
            <a:ahLst/>
            <a:cxnLst/>
            <a:rect l="l" t="t" r="r" b="b"/>
            <a:pathLst>
              <a:path w="12931" h="52552" extrusionOk="0">
                <a:moveTo>
                  <a:pt x="5865" y="1"/>
                </a:moveTo>
                <a:cubicBezTo>
                  <a:pt x="2632" y="1"/>
                  <a:pt x="0" y="2633"/>
                  <a:pt x="0" y="5865"/>
                </a:cubicBezTo>
                <a:lnTo>
                  <a:pt x="0" y="46686"/>
                </a:lnTo>
                <a:cubicBezTo>
                  <a:pt x="0" y="49919"/>
                  <a:pt x="2632" y="52551"/>
                  <a:pt x="5865" y="52551"/>
                </a:cubicBezTo>
                <a:lnTo>
                  <a:pt x="7019" y="52551"/>
                </a:lnTo>
                <a:cubicBezTo>
                  <a:pt x="10252" y="52551"/>
                  <a:pt x="12930" y="49919"/>
                  <a:pt x="12838" y="46686"/>
                </a:cubicBezTo>
                <a:lnTo>
                  <a:pt x="12838" y="5865"/>
                </a:lnTo>
                <a:cubicBezTo>
                  <a:pt x="12838" y="2633"/>
                  <a:pt x="10206" y="1"/>
                  <a:pt x="6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53"/>
          <p:cNvSpPr/>
          <p:nvPr/>
        </p:nvSpPr>
        <p:spPr>
          <a:xfrm rot="5400000">
            <a:off x="7609144" y="2410869"/>
            <a:ext cx="25" cy="726175"/>
          </a:xfrm>
          <a:custGeom>
            <a:avLst/>
            <a:gdLst/>
            <a:ahLst/>
            <a:cxnLst/>
            <a:rect l="l" t="t" r="r" b="b"/>
            <a:pathLst>
              <a:path w="1" h="29047" fill="none" extrusionOk="0">
                <a:moveTo>
                  <a:pt x="0" y="1"/>
                </a:moveTo>
                <a:lnTo>
                  <a:pt x="0" y="29047"/>
                </a:lnTo>
              </a:path>
            </a:pathLst>
          </a:custGeom>
          <a:noFill/>
          <a:ln w="28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53"/>
          <p:cNvSpPr/>
          <p:nvPr/>
        </p:nvSpPr>
        <p:spPr>
          <a:xfrm rot="5400000">
            <a:off x="7639156" y="2380856"/>
            <a:ext cx="25" cy="786200"/>
          </a:xfrm>
          <a:custGeom>
            <a:avLst/>
            <a:gdLst/>
            <a:ahLst/>
            <a:cxnLst/>
            <a:rect l="l" t="t" r="r" b="b"/>
            <a:pathLst>
              <a:path w="1" h="31448" fill="none" extrusionOk="0">
                <a:moveTo>
                  <a:pt x="0" y="1"/>
                </a:moveTo>
                <a:lnTo>
                  <a:pt x="0" y="31448"/>
                </a:lnTo>
              </a:path>
            </a:pathLst>
          </a:custGeom>
          <a:noFill/>
          <a:ln w="15000" cap="flat" cmpd="sng">
            <a:solidFill>
              <a:schemeClr val="lt2"/>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5" name="Google Shape;1515;p53"/>
          <p:cNvGrpSpPr/>
          <p:nvPr/>
        </p:nvGrpSpPr>
        <p:grpSpPr>
          <a:xfrm rot="5400000">
            <a:off x="7899469" y="2698906"/>
            <a:ext cx="150100" cy="150100"/>
            <a:chOff x="7935763" y="1180050"/>
            <a:chExt cx="150100" cy="150100"/>
          </a:xfrm>
        </p:grpSpPr>
        <p:sp>
          <p:nvSpPr>
            <p:cNvPr id="1516" name="Google Shape;1516;p53"/>
            <p:cNvSpPr/>
            <p:nvPr/>
          </p:nvSpPr>
          <p:spPr>
            <a:xfrm>
              <a:off x="7935763" y="1180050"/>
              <a:ext cx="150100" cy="150100"/>
            </a:xfrm>
            <a:custGeom>
              <a:avLst/>
              <a:gdLst/>
              <a:ahLst/>
              <a:cxnLst/>
              <a:rect l="l" t="t" r="r" b="b"/>
              <a:pathLst>
                <a:path w="6004" h="6004" extrusionOk="0">
                  <a:moveTo>
                    <a:pt x="3002" y="0"/>
                  </a:moveTo>
                  <a:cubicBezTo>
                    <a:pt x="1339" y="0"/>
                    <a:pt x="0" y="1385"/>
                    <a:pt x="0" y="3002"/>
                  </a:cubicBezTo>
                  <a:cubicBezTo>
                    <a:pt x="0" y="4664"/>
                    <a:pt x="1339" y="6003"/>
                    <a:pt x="3002" y="6003"/>
                  </a:cubicBezTo>
                  <a:cubicBezTo>
                    <a:pt x="4664" y="6003"/>
                    <a:pt x="6003" y="4664"/>
                    <a:pt x="6003" y="3002"/>
                  </a:cubicBezTo>
                  <a:cubicBezTo>
                    <a:pt x="6003" y="1385"/>
                    <a:pt x="4664"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53"/>
            <p:cNvSpPr/>
            <p:nvPr/>
          </p:nvSpPr>
          <p:spPr>
            <a:xfrm>
              <a:off x="7935763" y="1180050"/>
              <a:ext cx="150100" cy="150100"/>
            </a:xfrm>
            <a:custGeom>
              <a:avLst/>
              <a:gdLst/>
              <a:ahLst/>
              <a:cxnLst/>
              <a:rect l="l" t="t" r="r" b="b"/>
              <a:pathLst>
                <a:path w="6004" h="6004" extrusionOk="0">
                  <a:moveTo>
                    <a:pt x="3002" y="0"/>
                  </a:moveTo>
                  <a:cubicBezTo>
                    <a:pt x="1339" y="0"/>
                    <a:pt x="0" y="1385"/>
                    <a:pt x="0" y="3002"/>
                  </a:cubicBezTo>
                  <a:cubicBezTo>
                    <a:pt x="0" y="4664"/>
                    <a:pt x="1339" y="6003"/>
                    <a:pt x="3002" y="6003"/>
                  </a:cubicBezTo>
                  <a:cubicBezTo>
                    <a:pt x="4664" y="6003"/>
                    <a:pt x="6003" y="4664"/>
                    <a:pt x="6003" y="3002"/>
                  </a:cubicBezTo>
                  <a:cubicBezTo>
                    <a:pt x="6003" y="1385"/>
                    <a:pt x="4664" y="0"/>
                    <a:pt x="3002" y="0"/>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53"/>
            <p:cNvSpPr/>
            <p:nvPr/>
          </p:nvSpPr>
          <p:spPr>
            <a:xfrm>
              <a:off x="7935763" y="1180050"/>
              <a:ext cx="150100" cy="150100"/>
            </a:xfrm>
            <a:custGeom>
              <a:avLst/>
              <a:gdLst/>
              <a:ahLst/>
              <a:cxnLst/>
              <a:rect l="l" t="t" r="r" b="b"/>
              <a:pathLst>
                <a:path w="6004" h="6004" fill="none" extrusionOk="0">
                  <a:moveTo>
                    <a:pt x="6003" y="3002"/>
                  </a:moveTo>
                  <a:cubicBezTo>
                    <a:pt x="6003" y="4664"/>
                    <a:pt x="4664" y="6003"/>
                    <a:pt x="3002" y="6003"/>
                  </a:cubicBezTo>
                  <a:cubicBezTo>
                    <a:pt x="1339" y="6003"/>
                    <a:pt x="0" y="4664"/>
                    <a:pt x="0" y="3002"/>
                  </a:cubicBezTo>
                  <a:cubicBezTo>
                    <a:pt x="0" y="1385"/>
                    <a:pt x="1339" y="0"/>
                    <a:pt x="3002" y="0"/>
                  </a:cubicBezTo>
                  <a:cubicBezTo>
                    <a:pt x="4664" y="0"/>
                    <a:pt x="6003" y="1385"/>
                    <a:pt x="6003" y="3002"/>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53"/>
            <p:cNvSpPr/>
            <p:nvPr/>
          </p:nvSpPr>
          <p:spPr>
            <a:xfrm>
              <a:off x="7954238" y="1199675"/>
              <a:ext cx="113150" cy="112000"/>
            </a:xfrm>
            <a:custGeom>
              <a:avLst/>
              <a:gdLst/>
              <a:ahLst/>
              <a:cxnLst/>
              <a:rect l="l" t="t" r="r" b="b"/>
              <a:pathLst>
                <a:path w="4526" h="4480" extrusionOk="0">
                  <a:moveTo>
                    <a:pt x="4525" y="2217"/>
                  </a:moveTo>
                  <a:cubicBezTo>
                    <a:pt x="4525" y="3463"/>
                    <a:pt x="3510" y="4479"/>
                    <a:pt x="2263" y="4479"/>
                  </a:cubicBezTo>
                  <a:cubicBezTo>
                    <a:pt x="1016" y="4479"/>
                    <a:pt x="0" y="3463"/>
                    <a:pt x="0" y="2217"/>
                  </a:cubicBezTo>
                  <a:cubicBezTo>
                    <a:pt x="0" y="1016"/>
                    <a:pt x="1016" y="0"/>
                    <a:pt x="2263" y="0"/>
                  </a:cubicBezTo>
                  <a:cubicBezTo>
                    <a:pt x="3510" y="0"/>
                    <a:pt x="4525" y="1016"/>
                    <a:pt x="4525" y="2217"/>
                  </a:cubicBezTo>
                  <a:close/>
                </a:path>
              </a:pathLst>
            </a:custGeom>
            <a:solidFill>
              <a:srgbClr val="A3A3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53"/>
            <p:cNvSpPr/>
            <p:nvPr/>
          </p:nvSpPr>
          <p:spPr>
            <a:xfrm>
              <a:off x="7954238" y="1199675"/>
              <a:ext cx="113150" cy="112000"/>
            </a:xfrm>
            <a:custGeom>
              <a:avLst/>
              <a:gdLst/>
              <a:ahLst/>
              <a:cxnLst/>
              <a:rect l="l" t="t" r="r" b="b"/>
              <a:pathLst>
                <a:path w="4526" h="4480" extrusionOk="0">
                  <a:moveTo>
                    <a:pt x="4525" y="2217"/>
                  </a:moveTo>
                  <a:cubicBezTo>
                    <a:pt x="4525" y="3463"/>
                    <a:pt x="3510" y="4479"/>
                    <a:pt x="2263" y="4479"/>
                  </a:cubicBezTo>
                  <a:cubicBezTo>
                    <a:pt x="1016" y="4479"/>
                    <a:pt x="0" y="3463"/>
                    <a:pt x="0" y="2217"/>
                  </a:cubicBezTo>
                  <a:cubicBezTo>
                    <a:pt x="0" y="1016"/>
                    <a:pt x="1016" y="0"/>
                    <a:pt x="2263" y="0"/>
                  </a:cubicBezTo>
                  <a:cubicBezTo>
                    <a:pt x="3510" y="0"/>
                    <a:pt x="4525" y="1016"/>
                    <a:pt x="4525" y="2217"/>
                  </a:cubicBezTo>
                  <a:close/>
                </a:path>
              </a:pathLst>
            </a:custGeom>
            <a:solidFill>
              <a:schemeClr val="l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1" name="Google Shape;1521;p53"/>
          <p:cNvSpPr/>
          <p:nvPr/>
        </p:nvSpPr>
        <p:spPr>
          <a:xfrm>
            <a:off x="7000156" y="2727769"/>
            <a:ext cx="85450" cy="92375"/>
          </a:xfrm>
          <a:custGeom>
            <a:avLst/>
            <a:gdLst/>
            <a:ahLst/>
            <a:cxnLst/>
            <a:rect l="l" t="t" r="r" b="b"/>
            <a:pathLst>
              <a:path w="3418" h="3695" extrusionOk="0">
                <a:moveTo>
                  <a:pt x="1570" y="2817"/>
                </a:moveTo>
                <a:cubicBezTo>
                  <a:pt x="1016" y="2309"/>
                  <a:pt x="1016" y="1432"/>
                  <a:pt x="1570" y="924"/>
                </a:cubicBezTo>
                <a:cubicBezTo>
                  <a:pt x="2078" y="416"/>
                  <a:pt x="2863" y="416"/>
                  <a:pt x="3418" y="831"/>
                </a:cubicBezTo>
                <a:cubicBezTo>
                  <a:pt x="3048" y="323"/>
                  <a:pt x="2448" y="0"/>
                  <a:pt x="1847" y="0"/>
                </a:cubicBezTo>
                <a:cubicBezTo>
                  <a:pt x="785" y="0"/>
                  <a:pt x="0" y="785"/>
                  <a:pt x="0" y="1847"/>
                </a:cubicBezTo>
                <a:cubicBezTo>
                  <a:pt x="0" y="2863"/>
                  <a:pt x="785" y="3694"/>
                  <a:pt x="1847" y="3694"/>
                </a:cubicBezTo>
                <a:cubicBezTo>
                  <a:pt x="2494" y="3694"/>
                  <a:pt x="3048" y="3325"/>
                  <a:pt x="3418" y="2817"/>
                </a:cubicBezTo>
                <a:cubicBezTo>
                  <a:pt x="2863" y="3325"/>
                  <a:pt x="2078" y="3325"/>
                  <a:pt x="1570" y="281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53"/>
          <p:cNvSpPr/>
          <p:nvPr/>
        </p:nvSpPr>
        <p:spPr>
          <a:xfrm rot="5400000">
            <a:off x="7358044" y="1646475"/>
            <a:ext cx="320950" cy="1313800"/>
          </a:xfrm>
          <a:custGeom>
            <a:avLst/>
            <a:gdLst/>
            <a:ahLst/>
            <a:cxnLst/>
            <a:rect l="l" t="t" r="r" b="b"/>
            <a:pathLst>
              <a:path w="12838" h="52552" extrusionOk="0">
                <a:moveTo>
                  <a:pt x="5865" y="1"/>
                </a:moveTo>
                <a:cubicBezTo>
                  <a:pt x="2632" y="1"/>
                  <a:pt x="0" y="2633"/>
                  <a:pt x="0" y="5865"/>
                </a:cubicBezTo>
                <a:lnTo>
                  <a:pt x="0" y="46686"/>
                </a:lnTo>
                <a:cubicBezTo>
                  <a:pt x="0" y="49919"/>
                  <a:pt x="2632" y="52551"/>
                  <a:pt x="5865" y="52551"/>
                </a:cubicBezTo>
                <a:lnTo>
                  <a:pt x="6973" y="52551"/>
                </a:lnTo>
                <a:cubicBezTo>
                  <a:pt x="10206" y="52551"/>
                  <a:pt x="12838" y="49919"/>
                  <a:pt x="12838" y="46686"/>
                </a:cubicBezTo>
                <a:lnTo>
                  <a:pt x="12838" y="5865"/>
                </a:lnTo>
                <a:cubicBezTo>
                  <a:pt x="12838" y="2633"/>
                  <a:pt x="10206" y="1"/>
                  <a:pt x="69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53"/>
          <p:cNvSpPr/>
          <p:nvPr/>
        </p:nvSpPr>
        <p:spPr>
          <a:xfrm rot="5400000">
            <a:off x="7609144" y="1940288"/>
            <a:ext cx="25" cy="726175"/>
          </a:xfrm>
          <a:custGeom>
            <a:avLst/>
            <a:gdLst/>
            <a:ahLst/>
            <a:cxnLst/>
            <a:rect l="l" t="t" r="r" b="b"/>
            <a:pathLst>
              <a:path w="1" h="29047" fill="none" extrusionOk="0">
                <a:moveTo>
                  <a:pt x="1" y="1"/>
                </a:moveTo>
                <a:lnTo>
                  <a:pt x="1" y="29047"/>
                </a:lnTo>
              </a:path>
            </a:pathLst>
          </a:custGeom>
          <a:noFill/>
          <a:ln w="28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53"/>
          <p:cNvSpPr/>
          <p:nvPr/>
        </p:nvSpPr>
        <p:spPr>
          <a:xfrm rot="5400000">
            <a:off x="7456169" y="2093263"/>
            <a:ext cx="25" cy="420225"/>
          </a:xfrm>
          <a:custGeom>
            <a:avLst/>
            <a:gdLst/>
            <a:ahLst/>
            <a:cxnLst/>
            <a:rect l="l" t="t" r="r" b="b"/>
            <a:pathLst>
              <a:path w="1" h="16809" fill="none" extrusionOk="0">
                <a:moveTo>
                  <a:pt x="1" y="0"/>
                </a:moveTo>
                <a:lnTo>
                  <a:pt x="1" y="16809"/>
                </a:lnTo>
              </a:path>
            </a:pathLst>
          </a:custGeom>
          <a:noFill/>
          <a:ln w="15000" cap="flat" cmpd="sng">
            <a:solidFill>
              <a:schemeClr val="lt2"/>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5" name="Google Shape;1525;p53"/>
          <p:cNvGrpSpPr/>
          <p:nvPr/>
        </p:nvGrpSpPr>
        <p:grpSpPr>
          <a:xfrm rot="5400000">
            <a:off x="7564694" y="2228325"/>
            <a:ext cx="150100" cy="150100"/>
            <a:chOff x="7463588" y="1514825"/>
            <a:chExt cx="150100" cy="150100"/>
          </a:xfrm>
        </p:grpSpPr>
        <p:sp>
          <p:nvSpPr>
            <p:cNvPr id="1526" name="Google Shape;1526;p53"/>
            <p:cNvSpPr/>
            <p:nvPr/>
          </p:nvSpPr>
          <p:spPr>
            <a:xfrm>
              <a:off x="7463588" y="1514825"/>
              <a:ext cx="150100" cy="150100"/>
            </a:xfrm>
            <a:custGeom>
              <a:avLst/>
              <a:gdLst/>
              <a:ahLst/>
              <a:cxnLst/>
              <a:rect l="l" t="t" r="r" b="b"/>
              <a:pathLst>
                <a:path w="6004" h="6004" extrusionOk="0">
                  <a:moveTo>
                    <a:pt x="3002" y="1"/>
                  </a:moveTo>
                  <a:cubicBezTo>
                    <a:pt x="1340" y="1"/>
                    <a:pt x="0" y="1386"/>
                    <a:pt x="0" y="3002"/>
                  </a:cubicBezTo>
                  <a:cubicBezTo>
                    <a:pt x="0" y="4665"/>
                    <a:pt x="1340" y="6004"/>
                    <a:pt x="3002" y="6004"/>
                  </a:cubicBezTo>
                  <a:cubicBezTo>
                    <a:pt x="4664" y="6004"/>
                    <a:pt x="6003" y="4665"/>
                    <a:pt x="6003" y="3002"/>
                  </a:cubicBezTo>
                  <a:cubicBezTo>
                    <a:pt x="6003" y="1386"/>
                    <a:pt x="4664" y="1"/>
                    <a:pt x="3002" y="1"/>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53"/>
            <p:cNvSpPr/>
            <p:nvPr/>
          </p:nvSpPr>
          <p:spPr>
            <a:xfrm>
              <a:off x="7463588" y="1514825"/>
              <a:ext cx="150100" cy="150100"/>
            </a:xfrm>
            <a:custGeom>
              <a:avLst/>
              <a:gdLst/>
              <a:ahLst/>
              <a:cxnLst/>
              <a:rect l="l" t="t" r="r" b="b"/>
              <a:pathLst>
                <a:path w="6004" h="6004" extrusionOk="0">
                  <a:moveTo>
                    <a:pt x="3002" y="1"/>
                  </a:moveTo>
                  <a:cubicBezTo>
                    <a:pt x="1340" y="1"/>
                    <a:pt x="0" y="1386"/>
                    <a:pt x="0" y="3002"/>
                  </a:cubicBezTo>
                  <a:cubicBezTo>
                    <a:pt x="0" y="4665"/>
                    <a:pt x="1340" y="6004"/>
                    <a:pt x="3002" y="6004"/>
                  </a:cubicBezTo>
                  <a:cubicBezTo>
                    <a:pt x="4664" y="6004"/>
                    <a:pt x="6003" y="4665"/>
                    <a:pt x="6003" y="3002"/>
                  </a:cubicBezTo>
                  <a:cubicBezTo>
                    <a:pt x="6003" y="1386"/>
                    <a:pt x="4664" y="1"/>
                    <a:pt x="3002" y="1"/>
                  </a:cubicBez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53"/>
            <p:cNvSpPr/>
            <p:nvPr/>
          </p:nvSpPr>
          <p:spPr>
            <a:xfrm>
              <a:off x="7483213" y="1534450"/>
              <a:ext cx="112000" cy="112000"/>
            </a:xfrm>
            <a:custGeom>
              <a:avLst/>
              <a:gdLst/>
              <a:ahLst/>
              <a:cxnLst/>
              <a:rect l="l" t="t" r="r" b="b"/>
              <a:pathLst>
                <a:path w="4480" h="4480" extrusionOk="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solidFill>
              <a:srgbClr val="A3A3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53"/>
            <p:cNvSpPr/>
            <p:nvPr/>
          </p:nvSpPr>
          <p:spPr>
            <a:xfrm>
              <a:off x="7483213" y="1534450"/>
              <a:ext cx="112000" cy="112000"/>
            </a:xfrm>
            <a:custGeom>
              <a:avLst/>
              <a:gdLst/>
              <a:ahLst/>
              <a:cxnLst/>
              <a:rect l="l" t="t" r="r" b="b"/>
              <a:pathLst>
                <a:path w="4480" h="4480" fill="none" extrusionOk="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3"/>
            <p:cNvSpPr/>
            <p:nvPr/>
          </p:nvSpPr>
          <p:spPr>
            <a:xfrm>
              <a:off x="7463588" y="1514825"/>
              <a:ext cx="150100" cy="150100"/>
            </a:xfrm>
            <a:custGeom>
              <a:avLst/>
              <a:gdLst/>
              <a:ahLst/>
              <a:cxnLst/>
              <a:rect l="l" t="t" r="r" b="b"/>
              <a:pathLst>
                <a:path w="6004" h="6004" fill="none" extrusionOk="0">
                  <a:moveTo>
                    <a:pt x="6003" y="3002"/>
                  </a:moveTo>
                  <a:cubicBezTo>
                    <a:pt x="6003" y="4665"/>
                    <a:pt x="4664" y="6004"/>
                    <a:pt x="3002" y="6004"/>
                  </a:cubicBezTo>
                  <a:cubicBezTo>
                    <a:pt x="1340" y="6004"/>
                    <a:pt x="0" y="4665"/>
                    <a:pt x="0" y="3002"/>
                  </a:cubicBezTo>
                  <a:cubicBezTo>
                    <a:pt x="0" y="1386"/>
                    <a:pt x="1340" y="1"/>
                    <a:pt x="3002" y="1"/>
                  </a:cubicBezTo>
                  <a:cubicBezTo>
                    <a:pt x="4664" y="1"/>
                    <a:pt x="6003" y="1386"/>
                    <a:pt x="6003" y="3002"/>
                  </a:cubicBezTo>
                  <a:close/>
                </a:path>
              </a:pathLst>
            </a:custGeom>
            <a:noFill/>
            <a:ln w="3475" cap="flat" cmpd="sng">
              <a:solidFill>
                <a:srgbClr val="FFFFFF"/>
              </a:solidFill>
              <a:prstDash val="solid"/>
              <a:miter lim="4617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53"/>
            <p:cNvSpPr/>
            <p:nvPr/>
          </p:nvSpPr>
          <p:spPr>
            <a:xfrm>
              <a:off x="7483213" y="1534450"/>
              <a:ext cx="112000" cy="112000"/>
            </a:xfrm>
            <a:custGeom>
              <a:avLst/>
              <a:gdLst/>
              <a:ahLst/>
              <a:cxnLst/>
              <a:rect l="l" t="t" r="r" b="b"/>
              <a:pathLst>
                <a:path w="4480" h="4480" extrusionOk="0">
                  <a:moveTo>
                    <a:pt x="4480" y="2217"/>
                  </a:moveTo>
                  <a:cubicBezTo>
                    <a:pt x="4480" y="3464"/>
                    <a:pt x="3464" y="4480"/>
                    <a:pt x="2217" y="4480"/>
                  </a:cubicBezTo>
                  <a:cubicBezTo>
                    <a:pt x="970" y="4480"/>
                    <a:pt x="0" y="3464"/>
                    <a:pt x="0" y="2217"/>
                  </a:cubicBezTo>
                  <a:cubicBezTo>
                    <a:pt x="0" y="1017"/>
                    <a:pt x="970" y="1"/>
                    <a:pt x="2217" y="1"/>
                  </a:cubicBezTo>
                  <a:cubicBezTo>
                    <a:pt x="3464" y="1"/>
                    <a:pt x="4480" y="1017"/>
                    <a:pt x="4480" y="2217"/>
                  </a:cubicBezTo>
                  <a:close/>
                </a:path>
              </a:pathLst>
            </a:custGeom>
            <a:solidFill>
              <a:schemeClr val="l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53"/>
          <p:cNvSpPr/>
          <p:nvPr/>
        </p:nvSpPr>
        <p:spPr>
          <a:xfrm>
            <a:off x="6980544" y="2247375"/>
            <a:ext cx="109700" cy="112000"/>
          </a:xfrm>
          <a:custGeom>
            <a:avLst/>
            <a:gdLst/>
            <a:ahLst/>
            <a:cxnLst/>
            <a:rect l="l" t="t" r="r" b="b"/>
            <a:pathLst>
              <a:path w="4388" h="4480" extrusionOk="0">
                <a:moveTo>
                  <a:pt x="1248" y="647"/>
                </a:moveTo>
                <a:lnTo>
                  <a:pt x="1248" y="1247"/>
                </a:lnTo>
                <a:lnTo>
                  <a:pt x="1248" y="1571"/>
                </a:lnTo>
                <a:lnTo>
                  <a:pt x="1248" y="3603"/>
                </a:lnTo>
                <a:cubicBezTo>
                  <a:pt x="1155" y="3556"/>
                  <a:pt x="971" y="3556"/>
                  <a:pt x="878" y="3556"/>
                </a:cubicBezTo>
                <a:cubicBezTo>
                  <a:pt x="416" y="3556"/>
                  <a:pt x="1" y="3787"/>
                  <a:pt x="1" y="4018"/>
                </a:cubicBezTo>
                <a:cubicBezTo>
                  <a:pt x="1" y="4295"/>
                  <a:pt x="416" y="4480"/>
                  <a:pt x="878" y="4480"/>
                </a:cubicBezTo>
                <a:cubicBezTo>
                  <a:pt x="1340" y="4480"/>
                  <a:pt x="1709" y="4249"/>
                  <a:pt x="1709" y="4018"/>
                </a:cubicBezTo>
                <a:lnTo>
                  <a:pt x="1709" y="1525"/>
                </a:lnTo>
                <a:lnTo>
                  <a:pt x="3926" y="1063"/>
                </a:lnTo>
                <a:lnTo>
                  <a:pt x="3926" y="3002"/>
                </a:lnTo>
                <a:cubicBezTo>
                  <a:pt x="3787" y="2956"/>
                  <a:pt x="3649" y="2956"/>
                  <a:pt x="3510" y="2956"/>
                </a:cubicBezTo>
                <a:cubicBezTo>
                  <a:pt x="3049" y="2956"/>
                  <a:pt x="2633" y="3187"/>
                  <a:pt x="2633" y="3418"/>
                </a:cubicBezTo>
                <a:cubicBezTo>
                  <a:pt x="2633" y="3695"/>
                  <a:pt x="3049" y="3880"/>
                  <a:pt x="3510" y="3880"/>
                </a:cubicBezTo>
                <a:cubicBezTo>
                  <a:pt x="3972" y="3880"/>
                  <a:pt x="4388" y="3649"/>
                  <a:pt x="4388" y="3418"/>
                </a:cubicBezTo>
                <a:lnTo>
                  <a:pt x="4388" y="970"/>
                </a:lnTo>
                <a:lnTo>
                  <a:pt x="4388" y="601"/>
                </a:lnTo>
                <a:lnTo>
                  <a:pt x="43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33" name="Google Shape;1533;p53"/>
          <p:cNvPicPr preferRelativeResize="0"/>
          <p:nvPr/>
        </p:nvPicPr>
        <p:blipFill>
          <a:blip r:embed="rId7">
            <a:alphaModFix/>
          </a:blip>
          <a:stretch>
            <a:fillRect/>
          </a:stretch>
        </p:blipFill>
        <p:spPr>
          <a:xfrm>
            <a:off x="631963" y="4686300"/>
            <a:ext cx="2867025" cy="457200"/>
          </a:xfrm>
          <a:prstGeom prst="rect">
            <a:avLst/>
          </a:prstGeom>
          <a:noFill/>
          <a:ln>
            <a:noFill/>
          </a:ln>
        </p:spPr>
      </p:pic>
      <p:pic>
        <p:nvPicPr>
          <p:cNvPr id="1534" name="Google Shape;1534;p53"/>
          <p:cNvPicPr preferRelativeResize="0"/>
          <p:nvPr/>
        </p:nvPicPr>
        <p:blipFill>
          <a:blip r:embed="rId7">
            <a:alphaModFix/>
          </a:blip>
          <a:stretch>
            <a:fillRect/>
          </a:stretch>
        </p:blipFill>
        <p:spPr>
          <a:xfrm>
            <a:off x="6022675" y="4642400"/>
            <a:ext cx="2867025" cy="501100"/>
          </a:xfrm>
          <a:prstGeom prst="rect">
            <a:avLst/>
          </a:prstGeom>
          <a:noFill/>
          <a:ln>
            <a:noFill/>
          </a:ln>
        </p:spPr>
      </p:pic>
    </p:spTree>
  </p:cSld>
  <p:clrMapOvr>
    <a:masterClrMapping/>
  </p:clrMapOvr>
</p:sld>
</file>

<file path=ppt/theme/theme1.xml><?xml version="1.0" encoding="utf-8"?>
<a:theme xmlns:a="http://schemas.openxmlformats.org/drawingml/2006/main" name="Computer Science: User Interface Modernization by Slidesgo">
  <a:themeElements>
    <a:clrScheme name="Simple Light">
      <a:dk1>
        <a:srgbClr val="DEDFF5"/>
      </a:dk1>
      <a:lt1>
        <a:srgbClr val="C1C9E4"/>
      </a:lt1>
      <a:dk2>
        <a:srgbClr val="4D61A9"/>
      </a:dk2>
      <a:lt2>
        <a:srgbClr val="3A4383"/>
      </a:lt2>
      <a:accent1>
        <a:srgbClr val="231F40"/>
      </a:accent1>
      <a:accent2>
        <a:srgbClr val="F2F3FD"/>
      </a:accent2>
      <a:accent3>
        <a:srgbClr val="FBFCFF"/>
      </a:accent3>
      <a:accent4>
        <a:srgbClr val="FFFFFF"/>
      </a:accent4>
      <a:accent5>
        <a:srgbClr val="FFFFFF"/>
      </a:accent5>
      <a:accent6>
        <a:srgbClr val="FFFFFF"/>
      </a:accent6>
      <a:hlink>
        <a:srgbClr val="4D61A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TotalTime>
  <Words>1875</Words>
  <Application>Microsoft Office PowerPoint</Application>
  <PresentationFormat>Presentación en pantalla (16:9)</PresentationFormat>
  <Paragraphs>296</Paragraphs>
  <Slides>27</Slides>
  <Notes>27</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27</vt:i4>
      </vt:variant>
    </vt:vector>
  </HeadingPairs>
  <TitlesOfParts>
    <vt:vector size="36" baseType="lpstr">
      <vt:lpstr>Anaheim</vt:lpstr>
      <vt:lpstr>Arial</vt:lpstr>
      <vt:lpstr>Mulish Medium</vt:lpstr>
      <vt:lpstr>Bebas Neue</vt:lpstr>
      <vt:lpstr>Mulish SemiBold</vt:lpstr>
      <vt:lpstr>Poppins</vt:lpstr>
      <vt:lpstr>Poppins SemiBold</vt:lpstr>
      <vt:lpstr>Mulish</vt:lpstr>
      <vt:lpstr>Computer Science: User Interface Modernization by Slidesgo</vt:lpstr>
      <vt:lpstr>Implementación de Módulo SPI</vt:lpstr>
      <vt:lpstr>Integrantes del equipo y roles:</vt:lpstr>
      <vt:lpstr>01</vt:lpstr>
      <vt:lpstr>Introducción</vt:lpstr>
      <vt:lpstr>Conexiones </vt:lpstr>
      <vt:lpstr>Conexion SLCK</vt:lpstr>
      <vt:lpstr>Conexion MOSI </vt:lpstr>
      <vt:lpstr>Conexion MISO</vt:lpstr>
      <vt:lpstr>Conexion SS</vt:lpstr>
      <vt:lpstr>Consideraciones </vt:lpstr>
      <vt:lpstr>Máquina de Estados</vt:lpstr>
      <vt:lpstr>Maquina de Estados</vt:lpstr>
      <vt:lpstr>Los 4 estados para SPI</vt:lpstr>
      <vt:lpstr>IDDLE</vt:lpstr>
      <vt:lpstr>LOAD</vt:lpstr>
      <vt:lpstr>TRANSFER</vt:lpstr>
      <vt:lpstr>DONE</vt:lpstr>
      <vt:lpstr>Modos SPI</vt:lpstr>
      <vt:lpstr>Clock Polarity (CPOL)</vt:lpstr>
      <vt:lpstr>Clock Phase (CPHA)</vt:lpstr>
      <vt:lpstr>Modos </vt:lpstr>
      <vt:lpstr>Tabla de modos</vt:lpstr>
      <vt:lpstr>Resumen de estos 4 modos</vt:lpstr>
      <vt:lpstr>Ejemplos</vt:lpstr>
      <vt:lpstr>Conclusiones</vt:lpstr>
      <vt:lpstr>Bibliografía:</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Implementación de Módulo SPI</dc:title>
  <dc:creator>Holaaaa</dc:creator>
  <cp:lastModifiedBy>Holaaaa</cp:lastModifiedBy>
  <cp:revision>3</cp:revision>
  <dcterms:modified xsi:type="dcterms:W3CDTF">2026-03-14T04:58:29Z</dcterms:modified>
</cp:coreProperties>
</file>